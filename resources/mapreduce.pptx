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sldIdLst>
    <p:sldId id="2848" r:id="rId5"/>
    <p:sldId id="2849" r:id="rId6"/>
    <p:sldId id="2850" r:id="rId7"/>
    <p:sldId id="2851" r:id="rId8"/>
    <p:sldId id="2852" r:id="rId9"/>
    <p:sldId id="2878" r:id="rId10"/>
    <p:sldId id="2853" r:id="rId11"/>
    <p:sldId id="2854" r:id="rId12"/>
    <p:sldId id="2892" r:id="rId13"/>
    <p:sldId id="2855" r:id="rId14"/>
    <p:sldId id="2856" r:id="rId15"/>
    <p:sldId id="2857" r:id="rId16"/>
    <p:sldId id="2858" r:id="rId17"/>
    <p:sldId id="2888" r:id="rId18"/>
    <p:sldId id="2859" r:id="rId19"/>
    <p:sldId id="2860" r:id="rId20"/>
    <p:sldId id="2861" r:id="rId21"/>
    <p:sldId id="2879" r:id="rId22"/>
    <p:sldId id="2862" r:id="rId23"/>
    <p:sldId id="2863" r:id="rId24"/>
    <p:sldId id="2864" r:id="rId25"/>
    <p:sldId id="2873" r:id="rId26"/>
    <p:sldId id="2880" r:id="rId27"/>
    <p:sldId id="2874" r:id="rId28"/>
    <p:sldId id="2875" r:id="rId29"/>
    <p:sldId id="2876" r:id="rId30"/>
    <p:sldId id="2877" r:id="rId31"/>
    <p:sldId id="2881" r:id="rId32"/>
    <p:sldId id="2882" r:id="rId33"/>
    <p:sldId id="2883" r:id="rId34"/>
    <p:sldId id="2884" r:id="rId35"/>
    <p:sldId id="2885" r:id="rId36"/>
    <p:sldId id="2886" r:id="rId37"/>
    <p:sldId id="2887" r:id="rId38"/>
    <p:sldId id="2865" r:id="rId39"/>
    <p:sldId id="2866" r:id="rId40"/>
    <p:sldId id="2867" r:id="rId41"/>
    <p:sldId id="2868" r:id="rId42"/>
    <p:sldId id="2889" r:id="rId43"/>
    <p:sldId id="2869" r:id="rId44"/>
    <p:sldId id="2890" r:id="rId45"/>
    <p:sldId id="2870" r:id="rId46"/>
    <p:sldId id="2891" r:id="rId47"/>
    <p:sldId id="2872" r:id="rId4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753"/>
    <a:srgbClr val="5A79BB"/>
    <a:srgbClr val="A9D18E"/>
    <a:srgbClr val="B22B70"/>
    <a:srgbClr val="FFFF00"/>
    <a:srgbClr val="764D99"/>
    <a:srgbClr val="7030A0"/>
    <a:srgbClr val="4472C4"/>
    <a:srgbClr val="ED7D31"/>
    <a:srgbClr val="FE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 autoAdjust="0"/>
    <p:restoredTop sz="93784" autoAdjust="0"/>
  </p:normalViewPr>
  <p:slideViewPr>
    <p:cSldViewPr snapToGrid="0">
      <p:cViewPr varScale="1">
        <p:scale>
          <a:sx n="114" d="100"/>
          <a:sy n="114" d="100"/>
        </p:scale>
        <p:origin x="184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81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Carlos Hincapie Reyes" userId="309149dc-34a8-49d1-99c8-c59f962893a7" providerId="ADAL" clId="{46CB16F1-CF2A-428F-ACAF-EE1A49FD676E}"/>
    <pc:docChg chg="undo custSel addSld delSld modSld">
      <pc:chgData name="Roberto Carlos Hincapie Reyes" userId="309149dc-34a8-49d1-99c8-c59f962893a7" providerId="ADAL" clId="{46CB16F1-CF2A-428F-ACAF-EE1A49FD676E}" dt="2025-09-12T21:50:45.373" v="4371" actId="27636"/>
      <pc:docMkLst>
        <pc:docMk/>
      </pc:docMkLst>
      <pc:sldChg chg="addSp delSp modSp">
        <pc:chgData name="Roberto Carlos Hincapie Reyes" userId="309149dc-34a8-49d1-99c8-c59f962893a7" providerId="ADAL" clId="{46CB16F1-CF2A-428F-ACAF-EE1A49FD676E}" dt="2025-09-11T22:25:27.880" v="3144" actId="20577"/>
        <pc:sldMkLst>
          <pc:docMk/>
          <pc:sldMk cId="955997518" sldId="2849"/>
        </pc:sldMkLst>
        <pc:spChg chg="add del mod">
          <ac:chgData name="Roberto Carlos Hincapie Reyes" userId="309149dc-34a8-49d1-99c8-c59f962893a7" providerId="ADAL" clId="{46CB16F1-CF2A-428F-ACAF-EE1A49FD676E}" dt="2025-09-11T22:25:27.880" v="3144" actId="20577"/>
          <ac:spMkLst>
            <pc:docMk/>
            <pc:sldMk cId="955997518" sldId="2849"/>
            <ac:spMk id="3" creationId="{ECA46374-BB5A-46B4-828C-81326AC6FD39}"/>
          </ac:spMkLst>
        </pc:spChg>
        <pc:spChg chg="add del mod">
          <ac:chgData name="Roberto Carlos Hincapie Reyes" userId="309149dc-34a8-49d1-99c8-c59f962893a7" providerId="ADAL" clId="{46CB16F1-CF2A-428F-ACAF-EE1A49FD676E}" dt="2025-09-11T22:24:22.218" v="3126" actId="478"/>
          <ac:spMkLst>
            <pc:docMk/>
            <pc:sldMk cId="955997518" sldId="2849"/>
            <ac:spMk id="7" creationId="{8EF9D88E-D023-44D2-9272-C5AC0C0F2BD6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19:43:25.705" v="3165" actId="13926"/>
        <pc:sldMkLst>
          <pc:docMk/>
          <pc:sldMk cId="2741048523" sldId="2896"/>
        </pc:sldMkLst>
        <pc:spChg chg="mod">
          <ac:chgData name="Roberto Carlos Hincapie Reyes" userId="309149dc-34a8-49d1-99c8-c59f962893a7" providerId="ADAL" clId="{46CB16F1-CF2A-428F-ACAF-EE1A49FD676E}" dt="2025-09-11T15:54:54.617" v="62" actId="20577"/>
          <ac:spMkLst>
            <pc:docMk/>
            <pc:sldMk cId="2741048523" sldId="2896"/>
            <ac:spMk id="2" creationId="{CA39843A-E5C0-4DBC-A12B-A0DA6C1463F5}"/>
          </ac:spMkLst>
        </pc:spChg>
        <pc:spChg chg="mod">
          <ac:chgData name="Roberto Carlos Hincapie Reyes" userId="309149dc-34a8-49d1-99c8-c59f962893a7" providerId="ADAL" clId="{46CB16F1-CF2A-428F-ACAF-EE1A49FD676E}" dt="2025-09-12T19:43:25.705" v="3165" actId="13926"/>
          <ac:spMkLst>
            <pc:docMk/>
            <pc:sldMk cId="2741048523" sldId="2896"/>
            <ac:spMk id="3" creationId="{409C66A7-7F06-4423-A69E-A492F5BD0B7B}"/>
          </ac:spMkLst>
        </pc:spChg>
      </pc:sldChg>
      <pc:sldChg chg="del">
        <pc:chgData name="Roberto Carlos Hincapie Reyes" userId="309149dc-34a8-49d1-99c8-c59f962893a7" providerId="ADAL" clId="{46CB16F1-CF2A-428F-ACAF-EE1A49FD676E}" dt="2025-09-11T15:59:24.950" v="79" actId="2696"/>
        <pc:sldMkLst>
          <pc:docMk/>
          <pc:sldMk cId="3766218822" sldId="2898"/>
        </pc:sldMkLst>
      </pc:sldChg>
      <pc:sldChg chg="modSp">
        <pc:chgData name="Roberto Carlos Hincapie Reyes" userId="309149dc-34a8-49d1-99c8-c59f962893a7" providerId="ADAL" clId="{46CB16F1-CF2A-428F-ACAF-EE1A49FD676E}" dt="2025-09-12T19:51:10.197" v="3449" actId="1076"/>
        <pc:sldMkLst>
          <pc:docMk/>
          <pc:sldMk cId="700251611" sldId="2904"/>
        </pc:sldMkLst>
        <pc:spChg chg="mod ord">
          <ac:chgData name="Roberto Carlos Hincapie Reyes" userId="309149dc-34a8-49d1-99c8-c59f962893a7" providerId="ADAL" clId="{46CB16F1-CF2A-428F-ACAF-EE1A49FD676E}" dt="2025-09-11T16:00:17.258" v="86" actId="20577"/>
          <ac:spMkLst>
            <pc:docMk/>
            <pc:sldMk cId="700251611" sldId="2904"/>
            <ac:spMk id="3" creationId="{B1599AD7-9E19-47D4-BEDC-1D9BDC97B0E6}"/>
          </ac:spMkLst>
        </pc:spChg>
        <pc:picChg chg="mod">
          <ac:chgData name="Roberto Carlos Hincapie Reyes" userId="309149dc-34a8-49d1-99c8-c59f962893a7" providerId="ADAL" clId="{46CB16F1-CF2A-428F-ACAF-EE1A49FD676E}" dt="2025-09-12T19:51:10.197" v="3449" actId="1076"/>
          <ac:picMkLst>
            <pc:docMk/>
            <pc:sldMk cId="700251611" sldId="2904"/>
            <ac:picMk id="6" creationId="{9BD08136-E0BE-4FA1-9A10-BC1E9CC54C14}"/>
          </ac:picMkLst>
        </pc:picChg>
      </pc:sldChg>
      <pc:sldChg chg="modSp">
        <pc:chgData name="Roberto Carlos Hincapie Reyes" userId="309149dc-34a8-49d1-99c8-c59f962893a7" providerId="ADAL" clId="{46CB16F1-CF2A-428F-ACAF-EE1A49FD676E}" dt="2025-09-12T19:55:19.602" v="3450" actId="20577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46CB16F1-CF2A-428F-ACAF-EE1A49FD676E}" dt="2025-09-12T19:55:19.602" v="3450" actId="20577"/>
          <ac:spMkLst>
            <pc:docMk/>
            <pc:sldMk cId="4205344783" sldId="2908"/>
            <ac:spMk id="3" creationId="{9DCF102F-782A-433D-9B09-49D58F901FCB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31:15.596" v="4364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46CB16F1-CF2A-428F-ACAF-EE1A49FD676E}" dt="2025-09-12T21:31:15.596" v="4364"/>
          <ac:spMkLst>
            <pc:docMk/>
            <pc:sldMk cId="3190240049" sldId="2910"/>
            <ac:spMk id="3" creationId="{241D6329-37B9-4E17-9559-32BF71422B79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0:29:22.227" v="3510" actId="207"/>
        <pc:sldMkLst>
          <pc:docMk/>
          <pc:sldMk cId="789853765" sldId="2927"/>
        </pc:sldMkLst>
        <pc:spChg chg="mod">
          <ac:chgData name="Roberto Carlos Hincapie Reyes" userId="309149dc-34a8-49d1-99c8-c59f962893a7" providerId="ADAL" clId="{46CB16F1-CF2A-428F-ACAF-EE1A49FD676E}" dt="2025-09-12T20:29:22.227" v="3510" actId="207"/>
          <ac:spMkLst>
            <pc:docMk/>
            <pc:sldMk cId="789853765" sldId="2927"/>
            <ac:spMk id="3" creationId="{6D95BAD5-432F-418F-B746-EE76B00CEDED}"/>
          </ac:spMkLst>
        </pc:spChg>
      </pc:sldChg>
      <pc:sldChg chg="modSp">
        <pc:chgData name="Roberto Carlos Hincapie Reyes" userId="309149dc-34a8-49d1-99c8-c59f962893a7" providerId="ADAL" clId="{46CB16F1-CF2A-428F-ACAF-EE1A49FD676E}" dt="2025-09-12T21:50:45.373" v="4371" actId="27636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46CB16F1-CF2A-428F-ACAF-EE1A49FD676E}" dt="2025-09-12T21:50:45.373" v="4371" actId="27636"/>
          <ac:spMkLst>
            <pc:docMk/>
            <pc:sldMk cId="3885463809" sldId="2929"/>
            <ac:spMk id="3" creationId="{CE9B6196-66E5-4096-A5DF-B12C4C1366B4}"/>
          </ac:spMkLst>
        </pc:spChg>
      </pc:sldChg>
      <pc:sldChg chg="addSp delSp modSp">
        <pc:chgData name="Roberto Carlos Hincapie Reyes" userId="309149dc-34a8-49d1-99c8-c59f962893a7" providerId="ADAL" clId="{46CB16F1-CF2A-428F-ACAF-EE1A49FD676E}" dt="2025-09-11T16:19:03.914" v="956" actId="20577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46CB16F1-CF2A-428F-ACAF-EE1A49FD676E}" dt="2025-09-11T16:19:03.914" v="956" actId="20577"/>
          <ac:spMkLst>
            <pc:docMk/>
            <pc:sldMk cId="2615446275" sldId="2932"/>
            <ac:spMk id="3" creationId="{65B2B282-F8B0-47E6-84F3-DC85BF4C21F3}"/>
          </ac:spMkLst>
        </pc:spChg>
        <pc:graphicFrameChg chg="add del mod">
          <ac:chgData name="Roberto Carlos Hincapie Reyes" userId="309149dc-34a8-49d1-99c8-c59f962893a7" providerId="ADAL" clId="{46CB16F1-CF2A-428F-ACAF-EE1A49FD676E}" dt="2025-09-11T16:14:23.963" v="245" actId="478"/>
          <ac:graphicFrameMkLst>
            <pc:docMk/>
            <pc:sldMk cId="2615446275" sldId="2932"/>
            <ac:graphicFrameMk id="6" creationId="{C23596DA-BFA8-46E8-B0C3-626BC2A9B7C0}"/>
          </ac:graphicFrameMkLst>
        </pc:graphicFrameChg>
      </pc:sldChg>
      <pc:sldChg chg="modSp">
        <pc:chgData name="Roberto Carlos Hincapie Reyes" userId="309149dc-34a8-49d1-99c8-c59f962893a7" providerId="ADAL" clId="{46CB16F1-CF2A-428F-ACAF-EE1A49FD676E}" dt="2025-09-11T21:17:47.200" v="1935" actId="20577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46CB16F1-CF2A-428F-ACAF-EE1A49FD676E}" dt="2025-09-11T21:17:47.200" v="1935" actId="20577"/>
          <ac:spMkLst>
            <pc:docMk/>
            <pc:sldMk cId="1496044162" sldId="2933"/>
            <ac:spMk id="3" creationId="{59DFB1C7-85C6-46D9-9315-857307F8B31A}"/>
          </ac:spMkLst>
        </pc:spChg>
      </pc:sldChg>
      <pc:sldChg chg="addSp">
        <pc:chgData name="Roberto Carlos Hincapie Reyes" userId="309149dc-34a8-49d1-99c8-c59f962893a7" providerId="ADAL" clId="{46CB16F1-CF2A-428F-ACAF-EE1A49FD676E}" dt="2025-09-11T15:49:03.502" v="0"/>
        <pc:sldMkLst>
          <pc:docMk/>
          <pc:sldMk cId="3025647432" sldId="2945"/>
        </pc:sldMkLst>
        <pc:spChg chg="add">
          <ac:chgData name="Roberto Carlos Hincapie Reyes" userId="309149dc-34a8-49d1-99c8-c59f962893a7" providerId="ADAL" clId="{46CB16F1-CF2A-428F-ACAF-EE1A49FD676E}" dt="2025-09-11T15:49:03.502" v="0"/>
          <ac:spMkLst>
            <pc:docMk/>
            <pc:sldMk cId="3025647432" sldId="2945"/>
            <ac:spMk id="5" creationId="{D5C29C5B-BF11-4346-8419-776ADA40FC8C}"/>
          </ac:spMkLst>
        </pc:spChg>
      </pc:sldChg>
      <pc:sldChg chg="add del">
        <pc:chgData name="Roberto Carlos Hincapie Reyes" userId="309149dc-34a8-49d1-99c8-c59f962893a7" providerId="ADAL" clId="{46CB16F1-CF2A-428F-ACAF-EE1A49FD676E}" dt="2025-09-12T19:48:53.590" v="3447" actId="2696"/>
        <pc:sldMkLst>
          <pc:docMk/>
          <pc:sldMk cId="4282393609" sldId="2946"/>
        </pc:sldMkLst>
      </pc:sldChg>
      <pc:sldChg chg="modSp add">
        <pc:chgData name="Roberto Carlos Hincapie Reyes" userId="309149dc-34a8-49d1-99c8-c59f962893a7" providerId="ADAL" clId="{46CB16F1-CF2A-428F-ACAF-EE1A49FD676E}" dt="2025-09-11T16:29:20.955" v="1916" actId="20577"/>
        <pc:sldMkLst>
          <pc:docMk/>
          <pc:sldMk cId="1218258990" sldId="2947"/>
        </pc:sldMkLst>
        <pc:spChg chg="mod">
          <ac:chgData name="Roberto Carlos Hincapie Reyes" userId="309149dc-34a8-49d1-99c8-c59f962893a7" providerId="ADAL" clId="{46CB16F1-CF2A-428F-ACAF-EE1A49FD676E}" dt="2025-09-11T16:29:20.955" v="1916" actId="20577"/>
          <ac:spMkLst>
            <pc:docMk/>
            <pc:sldMk cId="1218258990" sldId="2947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46CB16F1-CF2A-428F-ACAF-EE1A49FD676E}" dt="2025-09-11T16:29:11.864" v="1903" actId="20577"/>
          <ac:spMkLst>
            <pc:docMk/>
            <pc:sldMk cId="1218258990" sldId="2947"/>
            <ac:spMk id="3" creationId="{F03B9928-529C-44CA-9D77-16325C6F2738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5:02.995" v="3851" actId="20577"/>
        <pc:sldMkLst>
          <pc:docMk/>
          <pc:sldMk cId="399099682" sldId="2948"/>
        </pc:sldMkLst>
        <pc:spChg chg="mod">
          <ac:chgData name="Roberto Carlos Hincapie Reyes" userId="309149dc-34a8-49d1-99c8-c59f962893a7" providerId="ADAL" clId="{46CB16F1-CF2A-428F-ACAF-EE1A49FD676E}" dt="2025-09-11T16:29:29.662" v="1932" actId="20577"/>
          <ac:spMkLst>
            <pc:docMk/>
            <pc:sldMk cId="399099682" sldId="2948"/>
            <ac:spMk id="2" creationId="{EE28047F-ECCC-4549-9EFB-1652905DDF17}"/>
          </ac:spMkLst>
        </pc:spChg>
        <pc:spChg chg="mod">
          <ac:chgData name="Roberto Carlos Hincapie Reyes" userId="309149dc-34a8-49d1-99c8-c59f962893a7" providerId="ADAL" clId="{46CB16F1-CF2A-428F-ACAF-EE1A49FD676E}" dt="2025-09-12T20:45:02.995" v="3851" actId="20577"/>
          <ac:spMkLst>
            <pc:docMk/>
            <pc:sldMk cId="399099682" sldId="2948"/>
            <ac:spMk id="3" creationId="{1EAA894B-3F96-4F94-B8F1-570B647C07B4}"/>
          </ac:spMkLst>
        </pc:spChg>
        <pc:spChg chg="add mod">
          <ac:chgData name="Roberto Carlos Hincapie Reyes" userId="309149dc-34a8-49d1-99c8-c59f962893a7" providerId="ADAL" clId="{46CB16F1-CF2A-428F-ACAF-EE1A49FD676E}" dt="2025-09-12T20:44:27.550" v="3656" actId="20577"/>
          <ac:spMkLst>
            <pc:docMk/>
            <pc:sldMk cId="399099682" sldId="2948"/>
            <ac:spMk id="5" creationId="{E438B162-1890-4A57-8ABA-99B9FA20B423}"/>
          </ac:spMkLst>
        </pc:spChg>
      </pc:sldChg>
      <pc:sldChg chg="modSp add">
        <pc:chgData name="Roberto Carlos Hincapie Reyes" userId="309149dc-34a8-49d1-99c8-c59f962893a7" providerId="ADAL" clId="{46CB16F1-CF2A-428F-ACAF-EE1A49FD676E}" dt="2025-09-12T20:41:06.974" v="3648" actId="20577"/>
        <pc:sldMkLst>
          <pc:docMk/>
          <pc:sldMk cId="1811183283" sldId="2949"/>
        </pc:sldMkLst>
        <pc:spChg chg="mod">
          <ac:chgData name="Roberto Carlos Hincapie Reyes" userId="309149dc-34a8-49d1-99c8-c59f962893a7" providerId="ADAL" clId="{46CB16F1-CF2A-428F-ACAF-EE1A49FD676E}" dt="2025-09-12T20:41:06.974" v="3648" actId="20577"/>
          <ac:spMkLst>
            <pc:docMk/>
            <pc:sldMk cId="1811183283" sldId="2949"/>
            <ac:spMk id="2" creationId="{C299DB97-2B96-4730-956A-B03329A4BE28}"/>
          </ac:spMkLst>
        </pc:spChg>
        <pc:spChg chg="mod">
          <ac:chgData name="Roberto Carlos Hincapie Reyes" userId="309149dc-34a8-49d1-99c8-c59f962893a7" providerId="ADAL" clId="{46CB16F1-CF2A-428F-ACAF-EE1A49FD676E}" dt="2025-09-11T21:25:51.658" v="2098" actId="27636"/>
          <ac:spMkLst>
            <pc:docMk/>
            <pc:sldMk cId="1811183283" sldId="2949"/>
            <ac:spMk id="3" creationId="{115A5C8A-DD8E-47A8-913E-DA997BA5F952}"/>
          </ac:spMkLst>
        </pc:spChg>
      </pc:sldChg>
      <pc:sldChg chg="addSp delSp modSp add">
        <pc:chgData name="Roberto Carlos Hincapie Reyes" userId="309149dc-34a8-49d1-99c8-c59f962893a7" providerId="ADAL" clId="{46CB16F1-CF2A-428F-ACAF-EE1A49FD676E}" dt="2025-09-11T21:27:34.958" v="2174" actId="27636"/>
        <pc:sldMkLst>
          <pc:docMk/>
          <pc:sldMk cId="250809986" sldId="2950"/>
        </pc:sldMkLst>
        <pc:spChg chg="mod">
          <ac:chgData name="Roberto Carlos Hincapie Reyes" userId="309149dc-34a8-49d1-99c8-c59f962893a7" providerId="ADAL" clId="{46CB16F1-CF2A-428F-ACAF-EE1A49FD676E}" dt="2025-09-11T21:27:34.958" v="2174" actId="27636"/>
          <ac:spMkLst>
            <pc:docMk/>
            <pc:sldMk cId="250809986" sldId="2950"/>
            <ac:spMk id="3" creationId="{115A5C8A-DD8E-47A8-913E-DA997BA5F952}"/>
          </ac:spMkLst>
        </pc:spChg>
        <pc:spChg chg="add del">
          <ac:chgData name="Roberto Carlos Hincapie Reyes" userId="309149dc-34a8-49d1-99c8-c59f962893a7" providerId="ADAL" clId="{46CB16F1-CF2A-428F-ACAF-EE1A49FD676E}" dt="2025-09-11T21:26:10.143" v="2101"/>
          <ac:spMkLst>
            <pc:docMk/>
            <pc:sldMk cId="250809986" sldId="2950"/>
            <ac:spMk id="5" creationId="{87A5DEB3-1AE1-4D5D-8956-47AC8EB20E62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0:43:17.861" v="3651" actId="1076"/>
        <pc:sldMkLst>
          <pc:docMk/>
          <pc:sldMk cId="4253421633" sldId="2951"/>
        </pc:sldMkLst>
        <pc:spChg chg="mod">
          <ac:chgData name="Roberto Carlos Hincapie Reyes" userId="309149dc-34a8-49d1-99c8-c59f962893a7" providerId="ADAL" clId="{46CB16F1-CF2A-428F-ACAF-EE1A49FD676E}" dt="2025-09-11T21:32:16.702" v="2187" actId="20577"/>
          <ac:spMkLst>
            <pc:docMk/>
            <pc:sldMk cId="4253421633" sldId="2951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1:42:56.430" v="2494" actId="20577"/>
          <ac:spMkLst>
            <pc:docMk/>
            <pc:sldMk cId="4253421633" sldId="2951"/>
            <ac:spMk id="3" creationId="{1A0CE922-BA69-4154-A8E8-5E96BE6A2EAC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20:43:11.671" v="3649" actId="1076"/>
          <ac:graphicFrameMkLst>
            <pc:docMk/>
            <pc:sldMk cId="4253421633" sldId="2951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2T20:43:17.861" v="3651" actId="1076"/>
          <ac:picMkLst>
            <pc:docMk/>
            <pc:sldMk cId="4253421633" sldId="2951"/>
            <ac:picMk id="6" creationId="{B3CAFF23-1266-467A-93D7-570404D66B31}"/>
          </ac:picMkLst>
        </pc:picChg>
      </pc:sldChg>
      <pc:sldChg chg="addSp delSp modSp add">
        <pc:chgData name="Roberto Carlos Hincapie Reyes" userId="309149dc-34a8-49d1-99c8-c59f962893a7" providerId="ADAL" clId="{46CB16F1-CF2A-428F-ACAF-EE1A49FD676E}" dt="2025-09-11T21:46:44.866" v="3092" actId="20577"/>
        <pc:sldMkLst>
          <pc:docMk/>
          <pc:sldMk cId="3784466000" sldId="2952"/>
        </pc:sldMkLst>
        <pc:spChg chg="mod">
          <ac:chgData name="Roberto Carlos Hincapie Reyes" userId="309149dc-34a8-49d1-99c8-c59f962893a7" providerId="ADAL" clId="{46CB16F1-CF2A-428F-ACAF-EE1A49FD676E}" dt="2025-09-11T21:46:44.866" v="3092" actId="20577"/>
          <ac:spMkLst>
            <pc:docMk/>
            <pc:sldMk cId="3784466000" sldId="2952"/>
            <ac:spMk id="3" creationId="{1A0CE922-BA69-4154-A8E8-5E96BE6A2EAC}"/>
          </ac:spMkLst>
        </pc:spChg>
        <pc:graphicFrameChg chg="del">
          <ac:chgData name="Roberto Carlos Hincapie Reyes" userId="309149dc-34a8-49d1-99c8-c59f962893a7" providerId="ADAL" clId="{46CB16F1-CF2A-428F-ACAF-EE1A49FD676E}" dt="2025-09-11T21:45:44.798" v="2843" actId="478"/>
          <ac:graphicFrameMkLst>
            <pc:docMk/>
            <pc:sldMk cId="3784466000" sldId="2952"/>
            <ac:graphicFrameMk id="5" creationId="{F251BDC3-DA3E-4655-83A5-E37F938B70F6}"/>
          </ac:graphicFrameMkLst>
        </pc:graphicFrameChg>
        <pc:picChg chg="add mod">
          <ac:chgData name="Roberto Carlos Hincapie Reyes" userId="309149dc-34a8-49d1-99c8-c59f962893a7" providerId="ADAL" clId="{46CB16F1-CF2A-428F-ACAF-EE1A49FD676E}" dt="2025-09-11T21:46:18.136" v="2970" actId="1076"/>
          <ac:picMkLst>
            <pc:docMk/>
            <pc:sldMk cId="3784466000" sldId="2952"/>
            <ac:picMk id="6" creationId="{D06E8AA5-8285-4457-8DF2-D4E9C438746B}"/>
          </ac:picMkLst>
        </pc:picChg>
      </pc:sldChg>
      <pc:sldChg chg="delSp modSp add">
        <pc:chgData name="Roberto Carlos Hincapie Reyes" userId="309149dc-34a8-49d1-99c8-c59f962893a7" providerId="ADAL" clId="{46CB16F1-CF2A-428F-ACAF-EE1A49FD676E}" dt="2025-09-11T22:18:12.314" v="3118" actId="27636"/>
        <pc:sldMkLst>
          <pc:docMk/>
          <pc:sldMk cId="3161538887" sldId="2953"/>
        </pc:sldMkLst>
        <pc:spChg chg="mod">
          <ac:chgData name="Roberto Carlos Hincapie Reyes" userId="309149dc-34a8-49d1-99c8-c59f962893a7" providerId="ADAL" clId="{46CB16F1-CF2A-428F-ACAF-EE1A49FD676E}" dt="2025-09-11T22:17:38.465" v="3106" actId="20577"/>
          <ac:spMkLst>
            <pc:docMk/>
            <pc:sldMk cId="3161538887" sldId="2953"/>
            <ac:spMk id="2" creationId="{AF28A819-8586-4FAC-B7C4-2BC88F2FF33A}"/>
          </ac:spMkLst>
        </pc:spChg>
        <pc:spChg chg="mod">
          <ac:chgData name="Roberto Carlos Hincapie Reyes" userId="309149dc-34a8-49d1-99c8-c59f962893a7" providerId="ADAL" clId="{46CB16F1-CF2A-428F-ACAF-EE1A49FD676E}" dt="2025-09-11T22:18:12.314" v="3118" actId="27636"/>
          <ac:spMkLst>
            <pc:docMk/>
            <pc:sldMk cId="3161538887" sldId="2953"/>
            <ac:spMk id="3" creationId="{1A0CE922-BA69-4154-A8E8-5E96BE6A2EAC}"/>
          </ac:spMkLst>
        </pc:spChg>
        <pc:picChg chg="del">
          <ac:chgData name="Roberto Carlos Hincapie Reyes" userId="309149dc-34a8-49d1-99c8-c59f962893a7" providerId="ADAL" clId="{46CB16F1-CF2A-428F-ACAF-EE1A49FD676E}" dt="2025-09-11T22:17:31.173" v="3095" actId="478"/>
          <ac:picMkLst>
            <pc:docMk/>
            <pc:sldMk cId="3161538887" sldId="2953"/>
            <ac:picMk id="6" creationId="{D06E8AA5-8285-4457-8DF2-D4E9C438746B}"/>
          </ac:picMkLst>
        </pc:picChg>
      </pc:sldChg>
      <pc:sldChg chg="addSp modSp add">
        <pc:chgData name="Roberto Carlos Hincapie Reyes" userId="309149dc-34a8-49d1-99c8-c59f962893a7" providerId="ADAL" clId="{46CB16F1-CF2A-428F-ACAF-EE1A49FD676E}" dt="2025-09-12T19:48:06.531" v="3446" actId="20577"/>
        <pc:sldMkLst>
          <pc:docMk/>
          <pc:sldMk cId="2754359716" sldId="2954"/>
        </pc:sldMkLst>
        <pc:spChg chg="mod">
          <ac:chgData name="Roberto Carlos Hincapie Reyes" userId="309149dc-34a8-49d1-99c8-c59f962893a7" providerId="ADAL" clId="{46CB16F1-CF2A-428F-ACAF-EE1A49FD676E}" dt="2025-09-12T19:48:06.531" v="3446" actId="20577"/>
          <ac:spMkLst>
            <pc:docMk/>
            <pc:sldMk cId="2754359716" sldId="2954"/>
            <ac:spMk id="3" creationId="{409C66A7-7F06-4423-A69E-A492F5BD0B7B}"/>
          </ac:spMkLst>
        </pc:spChg>
        <pc:graphicFrameChg chg="add mod modGraphic">
          <ac:chgData name="Roberto Carlos Hincapie Reyes" userId="309149dc-34a8-49d1-99c8-c59f962893a7" providerId="ADAL" clId="{46CB16F1-CF2A-428F-ACAF-EE1A49FD676E}" dt="2025-09-12T19:47:15.938" v="3207" actId="403"/>
          <ac:graphicFrameMkLst>
            <pc:docMk/>
            <pc:sldMk cId="2754359716" sldId="2954"/>
            <ac:graphicFrameMk id="6" creationId="{40B4AE86-9223-4847-B077-011AE411135D}"/>
          </ac:graphicFrameMkLst>
        </pc:graphicFrameChg>
      </pc:sldChg>
      <pc:sldChg chg="modSp add">
        <pc:chgData name="Roberto Carlos Hincapie Reyes" userId="309149dc-34a8-49d1-99c8-c59f962893a7" providerId="ADAL" clId="{46CB16F1-CF2A-428F-ACAF-EE1A49FD676E}" dt="2025-09-12T21:19:11.453" v="4187" actId="20577"/>
        <pc:sldMkLst>
          <pc:docMk/>
          <pc:sldMk cId="4262538740" sldId="2955"/>
        </pc:sldMkLst>
        <pc:spChg chg="mod">
          <ac:chgData name="Roberto Carlos Hincapie Reyes" userId="309149dc-34a8-49d1-99c8-c59f962893a7" providerId="ADAL" clId="{46CB16F1-CF2A-428F-ACAF-EE1A49FD676E}" dt="2025-09-12T21:15:03.947" v="3876" actId="20577"/>
          <ac:spMkLst>
            <pc:docMk/>
            <pc:sldMk cId="4262538740" sldId="2955"/>
            <ac:spMk id="2" creationId="{5133A0F4-2BE8-409A-9620-D54AEE835F4E}"/>
          </ac:spMkLst>
        </pc:spChg>
        <pc:spChg chg="mod">
          <ac:chgData name="Roberto Carlos Hincapie Reyes" userId="309149dc-34a8-49d1-99c8-c59f962893a7" providerId="ADAL" clId="{46CB16F1-CF2A-428F-ACAF-EE1A49FD676E}" dt="2025-09-12T21:19:11.453" v="4187" actId="20577"/>
          <ac:spMkLst>
            <pc:docMk/>
            <pc:sldMk cId="4262538740" sldId="2955"/>
            <ac:spMk id="3" creationId="{16CD7665-6BFC-4B3C-BCD0-92B60E272713}"/>
          </ac:spMkLst>
        </pc:spChg>
      </pc:sldChg>
      <pc:sldChg chg="addSp modSp add">
        <pc:chgData name="Roberto Carlos Hincapie Reyes" userId="309149dc-34a8-49d1-99c8-c59f962893a7" providerId="ADAL" clId="{46CB16F1-CF2A-428F-ACAF-EE1A49FD676E}" dt="2025-09-12T21:31:32.228" v="4367" actId="208"/>
        <pc:sldMkLst>
          <pc:docMk/>
          <pc:sldMk cId="2582526127" sldId="2956"/>
        </pc:sldMkLst>
        <pc:spChg chg="mod">
          <ac:chgData name="Roberto Carlos Hincapie Reyes" userId="309149dc-34a8-49d1-99c8-c59f962893a7" providerId="ADAL" clId="{46CB16F1-CF2A-428F-ACAF-EE1A49FD676E}" dt="2025-09-12T21:26:28.591" v="4212" actId="20577"/>
          <ac:spMkLst>
            <pc:docMk/>
            <pc:sldMk cId="2582526127" sldId="2956"/>
            <ac:spMk id="2" creationId="{0E164224-01CC-4087-9373-67BE120AFB5A}"/>
          </ac:spMkLst>
        </pc:spChg>
        <pc:spChg chg="mod">
          <ac:chgData name="Roberto Carlos Hincapie Reyes" userId="309149dc-34a8-49d1-99c8-c59f962893a7" providerId="ADAL" clId="{46CB16F1-CF2A-428F-ACAF-EE1A49FD676E}" dt="2025-09-12T21:30:37.480" v="4363" actId="114"/>
          <ac:spMkLst>
            <pc:docMk/>
            <pc:sldMk cId="2582526127" sldId="2956"/>
            <ac:spMk id="3" creationId="{30A4F7CA-BE48-4607-B94E-A8293747D605}"/>
          </ac:spMkLst>
        </pc:spChg>
        <pc:spChg chg="add mod">
          <ac:chgData name="Roberto Carlos Hincapie Reyes" userId="309149dc-34a8-49d1-99c8-c59f962893a7" providerId="ADAL" clId="{46CB16F1-CF2A-428F-ACAF-EE1A49FD676E}" dt="2025-09-12T21:31:32.228" v="4367" actId="208"/>
          <ac:spMkLst>
            <pc:docMk/>
            <pc:sldMk cId="2582526127" sldId="2956"/>
            <ac:spMk id="5" creationId="{DC0C3422-5022-48DC-8AC5-3E8FC2F547FD}"/>
          </ac:spMkLst>
        </pc:spChg>
      </pc:sldChg>
    </pc:docChg>
  </pc:docChgLst>
  <pc:docChgLst>
    <pc:chgData name="Roberto Carlos Hincapie Reyes" userId="309149dc-34a8-49d1-99c8-c59f962893a7" providerId="ADAL" clId="{0AEF9819-1D73-4960-8528-8D0F47F8C996}"/>
    <pc:docChg chg="custSel addSld delSld modSld sldOrd">
      <pc:chgData name="Roberto Carlos Hincapie Reyes" userId="309149dc-34a8-49d1-99c8-c59f962893a7" providerId="ADAL" clId="{0AEF9819-1D73-4960-8528-8D0F47F8C996}" dt="2025-08-29T02:05:34.654" v="2341" actId="20577"/>
      <pc:docMkLst>
        <pc:docMk/>
      </pc:docMkLst>
      <pc:sldChg chg="addSp modSp">
        <pc:chgData name="Roberto Carlos Hincapie Reyes" userId="309149dc-34a8-49d1-99c8-c59f962893a7" providerId="ADAL" clId="{0AEF9819-1D73-4960-8528-8D0F47F8C996}" dt="2025-08-29T01:18:44.165" v="1630" actId="255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0AEF9819-1D73-4960-8528-8D0F47F8C996}" dt="2025-08-29T01:18:44.165" v="1630" actId="255"/>
          <ac:spMkLst>
            <pc:docMk/>
            <pc:sldMk cId="955997518" sldId="2849"/>
            <ac:spMk id="3" creationId="{ECA46374-BB5A-46B4-828C-81326AC6FD39}"/>
          </ac:spMkLst>
        </pc:spChg>
        <pc:spChg chg="add">
          <ac:chgData name="Roberto Carlos Hincapie Reyes" userId="309149dc-34a8-49d1-99c8-c59f962893a7" providerId="ADAL" clId="{0AEF9819-1D73-4960-8528-8D0F47F8C996}" dt="2025-08-26T00:53:40.841" v="988"/>
          <ac:spMkLst>
            <pc:docMk/>
            <pc:sldMk cId="955997518" sldId="2849"/>
            <ac:spMk id="6" creationId="{0C6DC8AE-74A8-4A62-90EE-32A2D415A079}"/>
          </ac:spMkLst>
        </pc:spChg>
        <pc:picChg chg="mod">
          <ac:chgData name="Roberto Carlos Hincapie Reyes" userId="309149dc-34a8-49d1-99c8-c59f962893a7" providerId="ADAL" clId="{0AEF9819-1D73-4960-8528-8D0F47F8C996}" dt="2025-08-29T01:18:32.854" v="1626" actId="14100"/>
          <ac:picMkLst>
            <pc:docMk/>
            <pc:sldMk cId="955997518" sldId="2849"/>
            <ac:picMk id="1026" creationId="{D06B4D9F-16AF-407D-89A1-D90D4C927DCE}"/>
          </ac:picMkLst>
        </pc:picChg>
      </pc:sldChg>
      <pc:sldChg chg="addSp">
        <pc:chgData name="Roberto Carlos Hincapie Reyes" userId="309149dc-34a8-49d1-99c8-c59f962893a7" providerId="ADAL" clId="{0AEF9819-1D73-4960-8528-8D0F47F8C996}" dt="2025-08-25T18:49:08.904" v="133"/>
        <pc:sldMkLst>
          <pc:docMk/>
          <pc:sldMk cId="4210755057" sldId="2850"/>
        </pc:sldMkLst>
        <pc:spChg chg="add">
          <ac:chgData name="Roberto Carlos Hincapie Reyes" userId="309149dc-34a8-49d1-99c8-c59f962893a7" providerId="ADAL" clId="{0AEF9819-1D73-4960-8528-8D0F47F8C996}" dt="2025-08-25T18:49:08.904" v="133"/>
          <ac:spMkLst>
            <pc:docMk/>
            <pc:sldMk cId="4210755057" sldId="2850"/>
            <ac:spMk id="6" creationId="{BC0BECB4-75A9-48AA-B17F-83E35CF7C5A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41.641" v="1596" actId="27636"/>
        <pc:sldMkLst>
          <pc:docMk/>
          <pc:sldMk cId="2476249188" sldId="2851"/>
        </pc:sldMkLst>
        <pc:spChg chg="mod">
          <ac:chgData name="Roberto Carlos Hincapie Reyes" userId="309149dc-34a8-49d1-99c8-c59f962893a7" providerId="ADAL" clId="{0AEF9819-1D73-4960-8528-8D0F47F8C996}" dt="2025-08-28T01:13:41.641" v="1596" actId="27636"/>
          <ac:spMkLst>
            <pc:docMk/>
            <pc:sldMk cId="2476249188" sldId="2851"/>
            <ac:spMk id="3" creationId="{3403B369-E9F1-4DDD-86EC-2E8FA9EC0F3B}"/>
          </ac:spMkLst>
        </pc:spChg>
        <pc:spChg chg="add">
          <ac:chgData name="Roberto Carlos Hincapie Reyes" userId="309149dc-34a8-49d1-99c8-c59f962893a7" providerId="ADAL" clId="{0AEF9819-1D73-4960-8528-8D0F47F8C996}" dt="2025-08-25T18:49:06.679" v="132"/>
          <ac:spMkLst>
            <pc:docMk/>
            <pc:sldMk cId="2476249188" sldId="2851"/>
            <ac:spMk id="7" creationId="{B2D1B8DE-7E42-4686-8297-C30EE48B516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3.009" v="130"/>
        <pc:sldMkLst>
          <pc:docMk/>
          <pc:sldMk cId="2498961481" sldId="2852"/>
        </pc:sldMkLst>
        <pc:spChg chg="add">
          <ac:chgData name="Roberto Carlos Hincapie Reyes" userId="309149dc-34a8-49d1-99c8-c59f962893a7" providerId="ADAL" clId="{0AEF9819-1D73-4960-8528-8D0F47F8C996}" dt="2025-08-25T18:49:03.009" v="130"/>
          <ac:spMkLst>
            <pc:docMk/>
            <pc:sldMk cId="2498961481" sldId="2852"/>
            <ac:spMk id="5" creationId="{E22C0AE2-B95E-4568-B7EE-BBB2C4CBFD79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18:48:50.636" v="125" actId="208"/>
        <pc:sldMkLst>
          <pc:docMk/>
          <pc:sldMk cId="1382810191" sldId="2853"/>
        </pc:sldMkLst>
        <pc:spChg chg="add mod">
          <ac:chgData name="Roberto Carlos Hincapie Reyes" userId="309149dc-34a8-49d1-99c8-c59f962893a7" providerId="ADAL" clId="{0AEF9819-1D73-4960-8528-8D0F47F8C996}" dt="2025-08-25T18:48:50.636" v="125" actId="208"/>
          <ac:spMkLst>
            <pc:docMk/>
            <pc:sldMk cId="1382810191" sldId="2853"/>
            <ac:spMk id="5" creationId="{05A1F7A0-2EE4-466F-A4C9-0DD697D3E71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18:49:00.353" v="128"/>
        <pc:sldMkLst>
          <pc:docMk/>
          <pc:sldMk cId="1949590630" sldId="2854"/>
        </pc:sldMkLst>
        <pc:spChg chg="add">
          <ac:chgData name="Roberto Carlos Hincapie Reyes" userId="309149dc-34a8-49d1-99c8-c59f962893a7" providerId="ADAL" clId="{0AEF9819-1D73-4960-8528-8D0F47F8C996}" dt="2025-08-25T18:49:00.353" v="128"/>
          <ac:spMkLst>
            <pc:docMk/>
            <pc:sldMk cId="1949590630" sldId="2854"/>
            <ac:spMk id="5" creationId="{E8C692FA-97FA-4D7B-91B7-CEC73798A14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2:16.874" v="1591" actId="20577"/>
        <pc:sldMkLst>
          <pc:docMk/>
          <pc:sldMk cId="341994843" sldId="2855"/>
        </pc:sldMkLst>
        <pc:spChg chg="mod">
          <ac:chgData name="Roberto Carlos Hincapie Reyes" userId="309149dc-34a8-49d1-99c8-c59f962893a7" providerId="ADAL" clId="{0AEF9819-1D73-4960-8528-8D0F47F8C996}" dt="2025-08-28T01:12:16.874" v="1591" actId="20577"/>
          <ac:spMkLst>
            <pc:docMk/>
            <pc:sldMk cId="341994843" sldId="2855"/>
            <ac:spMk id="3" creationId="{92F2DA29-565D-48BE-AF85-09A96471BF0E}"/>
          </ac:spMkLst>
        </pc:spChg>
        <pc:spChg chg="add">
          <ac:chgData name="Roberto Carlos Hincapie Reyes" userId="309149dc-34a8-49d1-99c8-c59f962893a7" providerId="ADAL" clId="{0AEF9819-1D73-4960-8528-8D0F47F8C996}" dt="2025-08-25T18:49:01.917" v="129"/>
          <ac:spMkLst>
            <pc:docMk/>
            <pc:sldMk cId="341994843" sldId="2855"/>
            <ac:spMk id="6" creationId="{B597A448-FA14-4BDE-8C55-B1D6CE248A7E}"/>
          </ac:spMkLst>
        </pc:spChg>
      </pc:sldChg>
      <pc:sldChg chg="addSp delSp modSp">
        <pc:chgData name="Roberto Carlos Hincapie Reyes" userId="309149dc-34a8-49d1-99c8-c59f962893a7" providerId="ADAL" clId="{0AEF9819-1D73-4960-8528-8D0F47F8C996}" dt="2025-08-25T19:00:27.766" v="250" actId="27636"/>
        <pc:sldMkLst>
          <pc:docMk/>
          <pc:sldMk cId="1033349254" sldId="2856"/>
        </pc:sldMkLst>
        <pc:spChg chg="mod">
          <ac:chgData name="Roberto Carlos Hincapie Reyes" userId="309149dc-34a8-49d1-99c8-c59f962893a7" providerId="ADAL" clId="{0AEF9819-1D73-4960-8528-8D0F47F8C996}" dt="2025-08-25T18:55:36.846" v="214" actId="20577"/>
          <ac:spMkLst>
            <pc:docMk/>
            <pc:sldMk cId="1033349254" sldId="285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19:00:27.766" v="250" actId="27636"/>
          <ac:spMkLst>
            <pc:docMk/>
            <pc:sldMk cId="1033349254" sldId="2856"/>
            <ac:spMk id="3" creationId="{CA139910-7905-4725-98F7-59400C38303B}"/>
          </ac:spMkLst>
        </pc:spChg>
        <pc:spChg chg="add del">
          <ac:chgData name="Roberto Carlos Hincapie Reyes" userId="309149dc-34a8-49d1-99c8-c59f962893a7" providerId="ADAL" clId="{0AEF9819-1D73-4960-8528-8D0F47F8C996}" dt="2025-08-25T18:50:59.237" v="140" actId="478"/>
          <ac:spMkLst>
            <pc:docMk/>
            <pc:sldMk cId="1033349254" sldId="2856"/>
            <ac:spMk id="5" creationId="{78B5D69D-F641-496E-A83F-5D9037983513}"/>
          </ac:spMkLst>
        </pc:spChg>
        <pc:spChg chg="add">
          <ac:chgData name="Roberto Carlos Hincapie Reyes" userId="309149dc-34a8-49d1-99c8-c59f962893a7" providerId="ADAL" clId="{0AEF9819-1D73-4960-8528-8D0F47F8C996}" dt="2025-08-25T18:50:59.884" v="141"/>
          <ac:spMkLst>
            <pc:docMk/>
            <pc:sldMk cId="1033349254" sldId="2856"/>
            <ac:spMk id="6" creationId="{7CFB0824-04C6-44AB-8CD5-A8649361D08D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17:31.580" v="920"/>
        <pc:sldMkLst>
          <pc:docMk/>
          <pc:sldMk cId="2852770930" sldId="2857"/>
        </pc:sldMkLst>
        <pc:spChg chg="mod">
          <ac:chgData name="Roberto Carlos Hincapie Reyes" userId="309149dc-34a8-49d1-99c8-c59f962893a7" providerId="ADAL" clId="{0AEF9819-1D73-4960-8528-8D0F47F8C996}" dt="2025-08-25T22:17:31.580" v="920"/>
          <ac:spMkLst>
            <pc:docMk/>
            <pc:sldMk cId="2852770930" sldId="2857"/>
            <ac:spMk id="2" creationId="{5D05999E-BB22-455C-850C-8893FB63A687}"/>
          </ac:spMkLst>
        </pc:spChg>
        <pc:spChg chg="add mod">
          <ac:chgData name="Roberto Carlos Hincapie Reyes" userId="309149dc-34a8-49d1-99c8-c59f962893a7" providerId="ADAL" clId="{0AEF9819-1D73-4960-8528-8D0F47F8C996}" dt="2025-08-25T22:16:50.466" v="900" actId="20577"/>
          <ac:spMkLst>
            <pc:docMk/>
            <pc:sldMk cId="2852770930" sldId="2857"/>
            <ac:spMk id="5" creationId="{7C1BC38B-E7D8-4B9B-96D0-4C6E73225AB8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5T22:26:15.713" v="924"/>
        <pc:sldMkLst>
          <pc:docMk/>
          <pc:sldMk cId="500518445" sldId="2858"/>
        </pc:sldMkLst>
        <pc:spChg chg="add del">
          <ac:chgData name="Roberto Carlos Hincapie Reyes" userId="309149dc-34a8-49d1-99c8-c59f962893a7" providerId="ADAL" clId="{0AEF9819-1D73-4960-8528-8D0F47F8C996}" dt="2025-08-25T22:26:09.365" v="923"/>
          <ac:spMkLst>
            <pc:docMk/>
            <pc:sldMk cId="500518445" sldId="2858"/>
            <ac:spMk id="6" creationId="{D167533A-65DA-4955-A274-2E2BD7A72719}"/>
          </ac:spMkLst>
        </pc:spChg>
        <pc:spChg chg="add">
          <ac:chgData name="Roberto Carlos Hincapie Reyes" userId="309149dc-34a8-49d1-99c8-c59f962893a7" providerId="ADAL" clId="{0AEF9819-1D73-4960-8528-8D0F47F8C996}" dt="2025-08-25T22:26:15.713" v="924"/>
          <ac:spMkLst>
            <pc:docMk/>
            <pc:sldMk cId="500518445" sldId="2858"/>
            <ac:spMk id="7" creationId="{8DC12771-DA91-47F0-811D-570BC87241E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18.591" v="925"/>
        <pc:sldMkLst>
          <pc:docMk/>
          <pc:sldMk cId="3154369690" sldId="2859"/>
        </pc:sldMkLst>
        <pc:spChg chg="add">
          <ac:chgData name="Roberto Carlos Hincapie Reyes" userId="309149dc-34a8-49d1-99c8-c59f962893a7" providerId="ADAL" clId="{0AEF9819-1D73-4960-8528-8D0F47F8C996}" dt="2025-08-25T22:26:18.591" v="925"/>
          <ac:spMkLst>
            <pc:docMk/>
            <pc:sldMk cId="3154369690" sldId="2859"/>
            <ac:spMk id="5" creationId="{F4304F8F-3E63-4398-8186-6E32CAB427E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0.026" v="926"/>
        <pc:sldMkLst>
          <pc:docMk/>
          <pc:sldMk cId="1294635551" sldId="2860"/>
        </pc:sldMkLst>
        <pc:spChg chg="add">
          <ac:chgData name="Roberto Carlos Hincapie Reyes" userId="309149dc-34a8-49d1-99c8-c59f962893a7" providerId="ADAL" clId="{0AEF9819-1D73-4960-8528-8D0F47F8C996}" dt="2025-08-25T22:26:20.026" v="926"/>
          <ac:spMkLst>
            <pc:docMk/>
            <pc:sldMk cId="1294635551" sldId="2860"/>
            <ac:spMk id="5" creationId="{49B514D1-28BA-4F8F-976D-5355FFB0CA2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1.630" v="927"/>
        <pc:sldMkLst>
          <pc:docMk/>
          <pc:sldMk cId="4012386596" sldId="2861"/>
        </pc:sldMkLst>
        <pc:spChg chg="add">
          <ac:chgData name="Roberto Carlos Hincapie Reyes" userId="309149dc-34a8-49d1-99c8-c59f962893a7" providerId="ADAL" clId="{0AEF9819-1D73-4960-8528-8D0F47F8C996}" dt="2025-08-25T22:26:21.630" v="927"/>
          <ac:spMkLst>
            <pc:docMk/>
            <pc:sldMk cId="4012386596" sldId="2861"/>
            <ac:spMk id="5" creationId="{C9E516CA-30D6-4E08-BB71-03F94176029F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3.264" v="928"/>
        <pc:sldMkLst>
          <pc:docMk/>
          <pc:sldMk cId="2609087083" sldId="2862"/>
        </pc:sldMkLst>
        <pc:spChg chg="add">
          <ac:chgData name="Roberto Carlos Hincapie Reyes" userId="309149dc-34a8-49d1-99c8-c59f962893a7" providerId="ADAL" clId="{0AEF9819-1D73-4960-8528-8D0F47F8C996}" dt="2025-08-25T22:26:23.264" v="928"/>
          <ac:spMkLst>
            <pc:docMk/>
            <pc:sldMk cId="2609087083" sldId="2862"/>
            <ac:spMk id="8" creationId="{669C720F-FD37-4304-A678-7E11D77D41D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6.469" v="929"/>
        <pc:sldMkLst>
          <pc:docMk/>
          <pc:sldMk cId="1784156580" sldId="2863"/>
        </pc:sldMkLst>
        <pc:spChg chg="add">
          <ac:chgData name="Roberto Carlos Hincapie Reyes" userId="309149dc-34a8-49d1-99c8-c59f962893a7" providerId="ADAL" clId="{0AEF9819-1D73-4960-8528-8D0F47F8C996}" dt="2025-08-25T22:26:26.469" v="929"/>
          <ac:spMkLst>
            <pc:docMk/>
            <pc:sldMk cId="1784156580" sldId="2863"/>
            <ac:spMk id="5" creationId="{F1A864C2-F9DE-48D0-B343-C6F35712E31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6:27.875" v="930"/>
        <pc:sldMkLst>
          <pc:docMk/>
          <pc:sldMk cId="1034817310" sldId="2864"/>
        </pc:sldMkLst>
        <pc:spChg chg="add">
          <ac:chgData name="Roberto Carlos Hincapie Reyes" userId="309149dc-34a8-49d1-99c8-c59f962893a7" providerId="ADAL" clId="{0AEF9819-1D73-4960-8528-8D0F47F8C996}" dt="2025-08-25T22:26:27.875" v="930"/>
          <ac:spMkLst>
            <pc:docMk/>
            <pc:sldMk cId="1034817310" sldId="2864"/>
            <ac:spMk id="5" creationId="{CB2C8EF1-54C6-4A1C-9B53-CFD53CF2853D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8.316" v="986"/>
        <pc:sldMkLst>
          <pc:docMk/>
          <pc:sldMk cId="1630675082" sldId="2865"/>
        </pc:sldMkLst>
        <pc:spChg chg="add">
          <ac:chgData name="Roberto Carlos Hincapie Reyes" userId="309149dc-34a8-49d1-99c8-c59f962893a7" providerId="ADAL" clId="{0AEF9819-1D73-4960-8528-8D0F47F8C996}" dt="2025-08-26T00:53:28.316" v="986"/>
          <ac:spMkLst>
            <pc:docMk/>
            <pc:sldMk cId="1630675082" sldId="2865"/>
            <ac:spMk id="5" creationId="{1C909F48-6626-4717-99FB-F265E10BE581}"/>
          </ac:spMkLst>
        </pc:spChg>
      </pc:sldChg>
      <pc:sldChg chg="addSp">
        <pc:chgData name="Roberto Carlos Hincapie Reyes" userId="309149dc-34a8-49d1-99c8-c59f962893a7" providerId="ADAL" clId="{0AEF9819-1D73-4960-8528-8D0F47F8C996}" dt="2025-08-26T00:53:29.478" v="987"/>
        <pc:sldMkLst>
          <pc:docMk/>
          <pc:sldMk cId="3283048588" sldId="2866"/>
        </pc:sldMkLst>
        <pc:spChg chg="add">
          <ac:chgData name="Roberto Carlos Hincapie Reyes" userId="309149dc-34a8-49d1-99c8-c59f962893a7" providerId="ADAL" clId="{0AEF9819-1D73-4960-8528-8D0F47F8C996}" dt="2025-08-26T00:53:29.478" v="987"/>
          <ac:spMkLst>
            <pc:docMk/>
            <pc:sldMk cId="3283048588" sldId="2866"/>
            <ac:spMk id="8" creationId="{54ACC3B6-DC6C-4DA0-B67B-6E1E812DD58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6.236" v="931"/>
        <pc:sldMkLst>
          <pc:docMk/>
          <pc:sldMk cId="2812502948" sldId="2867"/>
        </pc:sldMkLst>
        <pc:spChg chg="add">
          <ac:chgData name="Roberto Carlos Hincapie Reyes" userId="309149dc-34a8-49d1-99c8-c59f962893a7" providerId="ADAL" clId="{0AEF9819-1D73-4960-8528-8D0F47F8C996}" dt="2025-08-25T22:28:06.236" v="931"/>
          <ac:spMkLst>
            <pc:docMk/>
            <pc:sldMk cId="2812502948" sldId="2867"/>
            <ac:spMk id="6" creationId="{0A9BF98C-912D-451F-850C-B144BAC3B9F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08.957" v="932"/>
        <pc:sldMkLst>
          <pc:docMk/>
          <pc:sldMk cId="3223222758" sldId="2868"/>
        </pc:sldMkLst>
        <pc:spChg chg="add">
          <ac:chgData name="Roberto Carlos Hincapie Reyes" userId="309149dc-34a8-49d1-99c8-c59f962893a7" providerId="ADAL" clId="{0AEF9819-1D73-4960-8528-8D0F47F8C996}" dt="2025-08-25T22:28:08.957" v="932"/>
          <ac:spMkLst>
            <pc:docMk/>
            <pc:sldMk cId="3223222758" sldId="2868"/>
            <ac:spMk id="6" creationId="{686156B4-DA80-4711-8B22-A389621CD4E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10.481" v="933"/>
        <pc:sldMkLst>
          <pc:docMk/>
          <pc:sldMk cId="2130699809" sldId="2869"/>
        </pc:sldMkLst>
        <pc:spChg chg="add">
          <ac:chgData name="Roberto Carlos Hincapie Reyes" userId="309149dc-34a8-49d1-99c8-c59f962893a7" providerId="ADAL" clId="{0AEF9819-1D73-4960-8528-8D0F47F8C996}" dt="2025-08-25T22:28:10.481" v="933"/>
          <ac:spMkLst>
            <pc:docMk/>
            <pc:sldMk cId="2130699809" sldId="2869"/>
            <ac:spMk id="6" creationId="{F878886B-A141-4C83-BD6B-55AA62A4E5FC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28:38.034" v="936" actId="20577"/>
        <pc:sldMkLst>
          <pc:docMk/>
          <pc:sldMk cId="1255603359" sldId="2870"/>
        </pc:sldMkLst>
        <pc:spChg chg="add mod">
          <ac:chgData name="Roberto Carlos Hincapie Reyes" userId="309149dc-34a8-49d1-99c8-c59f962893a7" providerId="ADAL" clId="{0AEF9819-1D73-4960-8528-8D0F47F8C996}" dt="2025-08-25T22:28:38.034" v="936" actId="20577"/>
          <ac:spMkLst>
            <pc:docMk/>
            <pc:sldMk cId="1255603359" sldId="2870"/>
            <ac:spMk id="5" creationId="{5F19F475-A7CE-42D5-925F-3EFDE25DD4C7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9T02:04:21.423" v="2223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0AEF9819-1D73-4960-8528-8D0F47F8C996}" dt="2025-08-29T02:04:21.423" v="2223" actId="27636"/>
          <ac:spMkLst>
            <pc:docMk/>
            <pc:sldMk cId="306304291" sldId="2871"/>
            <ac:spMk id="3" creationId="{149B9D74-0E64-4E1C-97BD-6E637882D246}"/>
          </ac:spMkLst>
        </pc:spChg>
        <pc:spChg chg="add">
          <ac:chgData name="Roberto Carlos Hincapie Reyes" userId="309149dc-34a8-49d1-99c8-c59f962893a7" providerId="ADAL" clId="{0AEF9819-1D73-4960-8528-8D0F47F8C996}" dt="2025-08-25T22:28:44.533" v="937"/>
          <ac:spMkLst>
            <pc:docMk/>
            <pc:sldMk cId="306304291" sldId="2871"/>
            <ac:spMk id="5" creationId="{CE98EAD2-756E-4CF4-BC1A-7EF1929FAEA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28:46.525" v="938"/>
        <pc:sldMkLst>
          <pc:docMk/>
          <pc:sldMk cId="503455602" sldId="2872"/>
        </pc:sldMkLst>
        <pc:spChg chg="add">
          <ac:chgData name="Roberto Carlos Hincapie Reyes" userId="309149dc-34a8-49d1-99c8-c59f962893a7" providerId="ADAL" clId="{0AEF9819-1D73-4960-8528-8D0F47F8C996}" dt="2025-08-25T22:28:46.525" v="938"/>
          <ac:spMkLst>
            <pc:docMk/>
            <pc:sldMk cId="503455602" sldId="2872"/>
            <ac:spMk id="5" creationId="{E6B6701E-3989-4810-9C35-5D1DDDAD8AE1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2:14.614" v="942" actId="20577"/>
        <pc:sldMkLst>
          <pc:docMk/>
          <pc:sldMk cId="37091392" sldId="2873"/>
        </pc:sldMkLst>
        <pc:spChg chg="add mod">
          <ac:chgData name="Roberto Carlos Hincapie Reyes" userId="309149dc-34a8-49d1-99c8-c59f962893a7" providerId="ADAL" clId="{0AEF9819-1D73-4960-8528-8D0F47F8C996}" dt="2025-08-25T22:32:14.614" v="942" actId="20577"/>
          <ac:spMkLst>
            <pc:docMk/>
            <pc:sldMk cId="37091392" sldId="2873"/>
            <ac:spMk id="5" creationId="{25E2D45F-07F2-44A3-B657-FEA7EDBAD9D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6.515" v="943"/>
        <pc:sldMkLst>
          <pc:docMk/>
          <pc:sldMk cId="952756305" sldId="2874"/>
        </pc:sldMkLst>
        <pc:spChg chg="add">
          <ac:chgData name="Roberto Carlos Hincapie Reyes" userId="309149dc-34a8-49d1-99c8-c59f962893a7" providerId="ADAL" clId="{0AEF9819-1D73-4960-8528-8D0F47F8C996}" dt="2025-08-25T22:32:36.515" v="943"/>
          <ac:spMkLst>
            <pc:docMk/>
            <pc:sldMk cId="952756305" sldId="2874"/>
            <ac:spMk id="8" creationId="{EFEBC6F3-7F1F-452D-B0BB-75CE09766FB8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38.840" v="944"/>
        <pc:sldMkLst>
          <pc:docMk/>
          <pc:sldMk cId="2351970475" sldId="2875"/>
        </pc:sldMkLst>
        <pc:spChg chg="add">
          <ac:chgData name="Roberto Carlos Hincapie Reyes" userId="309149dc-34a8-49d1-99c8-c59f962893a7" providerId="ADAL" clId="{0AEF9819-1D73-4960-8528-8D0F47F8C996}" dt="2025-08-25T22:32:38.840" v="944"/>
          <ac:spMkLst>
            <pc:docMk/>
            <pc:sldMk cId="2351970475" sldId="2875"/>
            <ac:spMk id="10" creationId="{82252800-E469-41C7-A952-1A9B9032849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0.264" v="945"/>
        <pc:sldMkLst>
          <pc:docMk/>
          <pc:sldMk cId="115132526" sldId="2876"/>
        </pc:sldMkLst>
        <pc:spChg chg="add">
          <ac:chgData name="Roberto Carlos Hincapie Reyes" userId="309149dc-34a8-49d1-99c8-c59f962893a7" providerId="ADAL" clId="{0AEF9819-1D73-4960-8528-8D0F47F8C996}" dt="2025-08-25T22:32:40.264" v="945"/>
          <ac:spMkLst>
            <pc:docMk/>
            <pc:sldMk cId="115132526" sldId="2876"/>
            <ac:spMk id="22" creationId="{092C9512-0464-42C0-8339-C6B8A19E008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1.832" v="946"/>
        <pc:sldMkLst>
          <pc:docMk/>
          <pc:sldMk cId="1421016754" sldId="2877"/>
        </pc:sldMkLst>
        <pc:spChg chg="add">
          <ac:chgData name="Roberto Carlos Hincapie Reyes" userId="309149dc-34a8-49d1-99c8-c59f962893a7" providerId="ADAL" clId="{0AEF9819-1D73-4960-8528-8D0F47F8C996}" dt="2025-08-25T22:32:41.832" v="946"/>
          <ac:spMkLst>
            <pc:docMk/>
            <pc:sldMk cId="1421016754" sldId="2877"/>
            <ac:spMk id="6" creationId="{2ED93DB9-0CA6-4B8B-B170-FFD7F41D82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3.504" v="947"/>
        <pc:sldMkLst>
          <pc:docMk/>
          <pc:sldMk cId="3383615161" sldId="2878"/>
        </pc:sldMkLst>
        <pc:spChg chg="add">
          <ac:chgData name="Roberto Carlos Hincapie Reyes" userId="309149dc-34a8-49d1-99c8-c59f962893a7" providerId="ADAL" clId="{0AEF9819-1D73-4960-8528-8D0F47F8C996}" dt="2025-08-25T22:32:43.504" v="947"/>
          <ac:spMkLst>
            <pc:docMk/>
            <pc:sldMk cId="3383615161" sldId="2878"/>
            <ac:spMk id="10" creationId="{32583807-073F-46DB-8031-AF8E3D346682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5.103" v="948"/>
        <pc:sldMkLst>
          <pc:docMk/>
          <pc:sldMk cId="121923132" sldId="2879"/>
        </pc:sldMkLst>
        <pc:spChg chg="add">
          <ac:chgData name="Roberto Carlos Hincapie Reyes" userId="309149dc-34a8-49d1-99c8-c59f962893a7" providerId="ADAL" clId="{0AEF9819-1D73-4960-8528-8D0F47F8C996}" dt="2025-08-25T22:32:45.103" v="948"/>
          <ac:spMkLst>
            <pc:docMk/>
            <pc:sldMk cId="121923132" sldId="2879"/>
            <ac:spMk id="7" creationId="{C4E15FE5-6193-471D-89C4-9D23E026773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6.704" v="949"/>
        <pc:sldMkLst>
          <pc:docMk/>
          <pc:sldMk cId="2766893827" sldId="2880"/>
        </pc:sldMkLst>
        <pc:spChg chg="add">
          <ac:chgData name="Roberto Carlos Hincapie Reyes" userId="309149dc-34a8-49d1-99c8-c59f962893a7" providerId="ADAL" clId="{0AEF9819-1D73-4960-8528-8D0F47F8C996}" dt="2025-08-25T22:32:46.704" v="949"/>
          <ac:spMkLst>
            <pc:docMk/>
            <pc:sldMk cId="2766893827" sldId="2880"/>
            <ac:spMk id="8" creationId="{CF4D4028-2625-4D53-AA3F-14F1BFC36EDA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48.307" v="950"/>
        <pc:sldMkLst>
          <pc:docMk/>
          <pc:sldMk cId="49312406" sldId="2881"/>
        </pc:sldMkLst>
        <pc:spChg chg="add">
          <ac:chgData name="Roberto Carlos Hincapie Reyes" userId="309149dc-34a8-49d1-99c8-c59f962893a7" providerId="ADAL" clId="{0AEF9819-1D73-4960-8528-8D0F47F8C996}" dt="2025-08-25T22:32:48.307" v="950"/>
          <ac:spMkLst>
            <pc:docMk/>
            <pc:sldMk cId="49312406" sldId="2881"/>
            <ac:spMk id="7" creationId="{9D343CD3-3B1F-47BE-9E12-40AF1611BED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1.529" v="951"/>
        <pc:sldMkLst>
          <pc:docMk/>
          <pc:sldMk cId="4166812902" sldId="2882"/>
        </pc:sldMkLst>
        <pc:spChg chg="add">
          <ac:chgData name="Roberto Carlos Hincapie Reyes" userId="309149dc-34a8-49d1-99c8-c59f962893a7" providerId="ADAL" clId="{0AEF9819-1D73-4960-8528-8D0F47F8C996}" dt="2025-08-25T22:32:51.529" v="951"/>
          <ac:spMkLst>
            <pc:docMk/>
            <pc:sldMk cId="4166812902" sldId="2882"/>
            <ac:spMk id="7" creationId="{01295AF3-9C17-4714-91D4-A7F76E608D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2:55.413" v="952"/>
        <pc:sldMkLst>
          <pc:docMk/>
          <pc:sldMk cId="3134519530" sldId="2883"/>
        </pc:sldMkLst>
        <pc:spChg chg="add">
          <ac:chgData name="Roberto Carlos Hincapie Reyes" userId="309149dc-34a8-49d1-99c8-c59f962893a7" providerId="ADAL" clId="{0AEF9819-1D73-4960-8528-8D0F47F8C996}" dt="2025-08-25T22:32:55.413" v="952"/>
          <ac:spMkLst>
            <pc:docMk/>
            <pc:sldMk cId="3134519530" sldId="2883"/>
            <ac:spMk id="6" creationId="{E77607E2-CEE4-458E-AAE8-2BC58EF3F023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07.722" v="953"/>
        <pc:sldMkLst>
          <pc:docMk/>
          <pc:sldMk cId="2336405347" sldId="2884"/>
        </pc:sldMkLst>
        <pc:spChg chg="add">
          <ac:chgData name="Roberto Carlos Hincapie Reyes" userId="309149dc-34a8-49d1-99c8-c59f962893a7" providerId="ADAL" clId="{0AEF9819-1D73-4960-8528-8D0F47F8C996}" dt="2025-08-25T22:33:07.722" v="953"/>
          <ac:spMkLst>
            <pc:docMk/>
            <pc:sldMk cId="2336405347" sldId="2884"/>
            <ac:spMk id="7" creationId="{4447962E-0BD1-4F27-A76D-3E84C083A9F6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1.497" v="954"/>
        <pc:sldMkLst>
          <pc:docMk/>
          <pc:sldMk cId="1625818285" sldId="2885"/>
        </pc:sldMkLst>
        <pc:spChg chg="add">
          <ac:chgData name="Roberto Carlos Hincapie Reyes" userId="309149dc-34a8-49d1-99c8-c59f962893a7" providerId="ADAL" clId="{0AEF9819-1D73-4960-8528-8D0F47F8C996}" dt="2025-08-25T22:33:11.497" v="954"/>
          <ac:spMkLst>
            <pc:docMk/>
            <pc:sldMk cId="1625818285" sldId="2885"/>
            <ac:spMk id="9" creationId="{79B48872-8B5E-4C06-8967-8267D2E360A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12.995" v="955"/>
        <pc:sldMkLst>
          <pc:docMk/>
          <pc:sldMk cId="3525616439" sldId="2886"/>
        </pc:sldMkLst>
        <pc:spChg chg="add">
          <ac:chgData name="Roberto Carlos Hincapie Reyes" userId="309149dc-34a8-49d1-99c8-c59f962893a7" providerId="ADAL" clId="{0AEF9819-1D73-4960-8528-8D0F47F8C996}" dt="2025-08-25T22:33:12.995" v="955"/>
          <ac:spMkLst>
            <pc:docMk/>
            <pc:sldMk cId="3525616439" sldId="2886"/>
            <ac:spMk id="10" creationId="{0ED1DC9B-ABAC-467A-95EE-55A3FC57F03E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3:35.040" v="959" actId="20577"/>
        <pc:sldMkLst>
          <pc:docMk/>
          <pc:sldMk cId="2791281751" sldId="2887"/>
        </pc:sldMkLst>
        <pc:spChg chg="add mod">
          <ac:chgData name="Roberto Carlos Hincapie Reyes" userId="309149dc-34a8-49d1-99c8-c59f962893a7" providerId="ADAL" clId="{0AEF9819-1D73-4960-8528-8D0F47F8C996}" dt="2025-08-25T22:33:35.040" v="959" actId="20577"/>
          <ac:spMkLst>
            <pc:docMk/>
            <pc:sldMk cId="2791281751" sldId="2887"/>
            <ac:spMk id="5" creationId="{5FEF24F2-52D8-43AA-9B2D-E12C2D046B3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2.524" v="961"/>
        <pc:sldMkLst>
          <pc:docMk/>
          <pc:sldMk cId="2947566392" sldId="2888"/>
        </pc:sldMkLst>
        <pc:spChg chg="add">
          <ac:chgData name="Roberto Carlos Hincapie Reyes" userId="309149dc-34a8-49d1-99c8-c59f962893a7" providerId="ADAL" clId="{0AEF9819-1D73-4960-8528-8D0F47F8C996}" dt="2025-08-25T22:33:42.524" v="961"/>
          <ac:spMkLst>
            <pc:docMk/>
            <pc:sldMk cId="2947566392" sldId="2888"/>
            <ac:spMk id="5" creationId="{D18AAD73-1FA9-404C-96E9-9BE897ECBA5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1.053" v="960"/>
        <pc:sldMkLst>
          <pc:docMk/>
          <pc:sldMk cId="322774479" sldId="2889"/>
        </pc:sldMkLst>
        <pc:spChg chg="add">
          <ac:chgData name="Roberto Carlos Hincapie Reyes" userId="309149dc-34a8-49d1-99c8-c59f962893a7" providerId="ADAL" clId="{0AEF9819-1D73-4960-8528-8D0F47F8C996}" dt="2025-08-25T22:33:41.053" v="960"/>
          <ac:spMkLst>
            <pc:docMk/>
            <pc:sldMk cId="322774479" sldId="2889"/>
            <ac:spMk id="5" creationId="{348EA4C6-7DE7-4F00-B627-97CB76F83BD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229" v="962"/>
        <pc:sldMkLst>
          <pc:docMk/>
          <pc:sldMk cId="1186232344" sldId="2890"/>
        </pc:sldMkLst>
        <pc:spChg chg="add">
          <ac:chgData name="Roberto Carlos Hincapie Reyes" userId="309149dc-34a8-49d1-99c8-c59f962893a7" providerId="ADAL" clId="{0AEF9819-1D73-4960-8528-8D0F47F8C996}" dt="2025-08-25T22:33:44.229" v="962"/>
          <ac:spMkLst>
            <pc:docMk/>
            <pc:sldMk cId="1186232344" sldId="2890"/>
            <ac:spMk id="5" creationId="{DC0F3DD7-2664-46BC-AF16-09069E647054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4.912" v="963"/>
        <pc:sldMkLst>
          <pc:docMk/>
          <pc:sldMk cId="800142066" sldId="2891"/>
        </pc:sldMkLst>
        <pc:spChg chg="add">
          <ac:chgData name="Roberto Carlos Hincapie Reyes" userId="309149dc-34a8-49d1-99c8-c59f962893a7" providerId="ADAL" clId="{0AEF9819-1D73-4960-8528-8D0F47F8C996}" dt="2025-08-25T22:33:44.912" v="963"/>
          <ac:spMkLst>
            <pc:docMk/>
            <pc:sldMk cId="800142066" sldId="2891"/>
            <ac:spMk id="5" creationId="{CE2C5DDE-425B-4F25-BB92-98E2BFBA3E4E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8.173" v="965"/>
        <pc:sldMkLst>
          <pc:docMk/>
          <pc:sldMk cId="3082828308" sldId="2892"/>
        </pc:sldMkLst>
        <pc:spChg chg="add">
          <ac:chgData name="Roberto Carlos Hincapie Reyes" userId="309149dc-34a8-49d1-99c8-c59f962893a7" providerId="ADAL" clId="{0AEF9819-1D73-4960-8528-8D0F47F8C996}" dt="2025-08-25T22:33:48.173" v="965"/>
          <ac:spMkLst>
            <pc:docMk/>
            <pc:sldMk cId="3082828308" sldId="2892"/>
            <ac:spMk id="6" creationId="{93AC0BC4-DC84-4C6E-91C7-34B3831CD35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6.346" v="964"/>
        <pc:sldMkLst>
          <pc:docMk/>
          <pc:sldMk cId="185846311" sldId="2893"/>
        </pc:sldMkLst>
        <pc:spChg chg="add">
          <ac:chgData name="Roberto Carlos Hincapie Reyes" userId="309149dc-34a8-49d1-99c8-c59f962893a7" providerId="ADAL" clId="{0AEF9819-1D73-4960-8528-8D0F47F8C996}" dt="2025-08-25T22:33:46.346" v="964"/>
          <ac:spMkLst>
            <pc:docMk/>
            <pc:sldMk cId="185846311" sldId="2893"/>
            <ac:spMk id="5" creationId="{23197A3B-568B-4F0C-90A3-313FE7CCDC2D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49.696" v="966"/>
        <pc:sldMkLst>
          <pc:docMk/>
          <pc:sldMk cId="2483121309" sldId="2894"/>
        </pc:sldMkLst>
        <pc:spChg chg="add">
          <ac:chgData name="Roberto Carlos Hincapie Reyes" userId="309149dc-34a8-49d1-99c8-c59f962893a7" providerId="ADAL" clId="{0AEF9819-1D73-4960-8528-8D0F47F8C996}" dt="2025-08-25T22:33:49.696" v="966"/>
          <ac:spMkLst>
            <pc:docMk/>
            <pc:sldMk cId="2483121309" sldId="2894"/>
            <ac:spMk id="8" creationId="{7D3FF11D-AB75-45D9-AEF6-D2A00DA51860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3:52.132" v="967"/>
        <pc:sldMkLst>
          <pc:docMk/>
          <pc:sldMk cId="1590347277" sldId="2895"/>
        </pc:sldMkLst>
        <pc:spChg chg="add">
          <ac:chgData name="Roberto Carlos Hincapie Reyes" userId="309149dc-34a8-49d1-99c8-c59f962893a7" providerId="ADAL" clId="{0AEF9819-1D73-4960-8528-8D0F47F8C996}" dt="2025-08-25T22:33:52.132" v="967"/>
          <ac:spMkLst>
            <pc:docMk/>
            <pc:sldMk cId="1590347277" sldId="2895"/>
            <ac:spMk id="5" creationId="{21A0A7F8-2C82-46EC-9093-5F90D983CB70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5T22:34:13.482" v="971" actId="20577"/>
        <pc:sldMkLst>
          <pc:docMk/>
          <pc:sldMk cId="2741048523" sldId="2896"/>
        </pc:sldMkLst>
        <pc:spChg chg="add mod">
          <ac:chgData name="Roberto Carlos Hincapie Reyes" userId="309149dc-34a8-49d1-99c8-c59f962893a7" providerId="ADAL" clId="{0AEF9819-1D73-4960-8528-8D0F47F8C996}" dt="2025-08-25T22:34:13.482" v="971" actId="20577"/>
          <ac:spMkLst>
            <pc:docMk/>
            <pc:sldMk cId="2741048523" sldId="2896"/>
            <ac:spMk id="5" creationId="{E9868C96-2680-46DB-B097-049E57742A3C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18.560" v="972"/>
        <pc:sldMkLst>
          <pc:docMk/>
          <pc:sldMk cId="2381162907" sldId="2897"/>
        </pc:sldMkLst>
        <pc:spChg chg="add">
          <ac:chgData name="Roberto Carlos Hincapie Reyes" userId="309149dc-34a8-49d1-99c8-c59f962893a7" providerId="ADAL" clId="{0AEF9819-1D73-4960-8528-8D0F47F8C996}" dt="2025-08-25T22:34:18.560" v="972"/>
          <ac:spMkLst>
            <pc:docMk/>
            <pc:sldMk cId="2381162907" sldId="2897"/>
            <ac:spMk id="5" creationId="{C1FAC34A-7F38-4871-9D95-A1B6E2F2D81B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0.579" v="973"/>
        <pc:sldMkLst>
          <pc:docMk/>
          <pc:sldMk cId="1430948391" sldId="2899"/>
        </pc:sldMkLst>
        <pc:spChg chg="add">
          <ac:chgData name="Roberto Carlos Hincapie Reyes" userId="309149dc-34a8-49d1-99c8-c59f962893a7" providerId="ADAL" clId="{0AEF9819-1D73-4960-8528-8D0F47F8C996}" dt="2025-08-25T22:34:20.579" v="973"/>
          <ac:spMkLst>
            <pc:docMk/>
            <pc:sldMk cId="1430948391" sldId="2899"/>
            <ac:spMk id="5" creationId="{A01BE5AA-C8A4-48D5-9950-0E4D3794E141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2.009" v="974"/>
        <pc:sldMkLst>
          <pc:docMk/>
          <pc:sldMk cId="2758212181" sldId="2900"/>
        </pc:sldMkLst>
        <pc:spChg chg="add">
          <ac:chgData name="Roberto Carlos Hincapie Reyes" userId="309149dc-34a8-49d1-99c8-c59f962893a7" providerId="ADAL" clId="{0AEF9819-1D73-4960-8528-8D0F47F8C996}" dt="2025-08-25T22:34:22.009" v="974"/>
          <ac:spMkLst>
            <pc:docMk/>
            <pc:sldMk cId="2758212181" sldId="2900"/>
            <ac:spMk id="5" creationId="{B51B4EE1-EF4B-4105-A9CC-7EEA5896E7FA}"/>
          </ac:spMkLst>
        </pc:spChg>
      </pc:sldChg>
      <pc:sldChg chg="addSp modSp">
        <pc:chgData name="Roberto Carlos Hincapie Reyes" userId="309149dc-34a8-49d1-99c8-c59f962893a7" providerId="ADAL" clId="{0AEF9819-1D73-4960-8528-8D0F47F8C996}" dt="2025-08-28T01:13:00.022" v="1594" actId="15"/>
        <pc:sldMkLst>
          <pc:docMk/>
          <pc:sldMk cId="64816493" sldId="2901"/>
        </pc:sldMkLst>
        <pc:spChg chg="mod">
          <ac:chgData name="Roberto Carlos Hincapie Reyes" userId="309149dc-34a8-49d1-99c8-c59f962893a7" providerId="ADAL" clId="{0AEF9819-1D73-4960-8528-8D0F47F8C996}" dt="2025-08-28T01:13:00.022" v="1594" actId="15"/>
          <ac:spMkLst>
            <pc:docMk/>
            <pc:sldMk cId="64816493" sldId="2901"/>
            <ac:spMk id="3" creationId="{D680D771-A9DB-4881-B4D6-5A803010F91B}"/>
          </ac:spMkLst>
        </pc:spChg>
        <pc:spChg chg="add">
          <ac:chgData name="Roberto Carlos Hincapie Reyes" userId="309149dc-34a8-49d1-99c8-c59f962893a7" providerId="ADAL" clId="{0AEF9819-1D73-4960-8528-8D0F47F8C996}" dt="2025-08-25T18:49:04.294" v="131"/>
          <ac:spMkLst>
            <pc:docMk/>
            <pc:sldMk cId="64816493" sldId="2901"/>
            <ac:spMk id="6" creationId="{9312150B-9FD6-44C6-A9B6-A062FCACCC65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0:20.261" v="1383"/>
        <pc:sldMkLst>
          <pc:docMk/>
          <pc:sldMk cId="2908414825" sldId="2903"/>
        </pc:sldMkLst>
      </pc:sldChg>
      <pc:sldChg chg="addSp">
        <pc:chgData name="Roberto Carlos Hincapie Reyes" userId="309149dc-34a8-49d1-99c8-c59f962893a7" providerId="ADAL" clId="{0AEF9819-1D73-4960-8528-8D0F47F8C996}" dt="2025-08-25T22:34:25.463" v="976"/>
        <pc:sldMkLst>
          <pc:docMk/>
          <pc:sldMk cId="700251611" sldId="2904"/>
        </pc:sldMkLst>
        <pc:spChg chg="add">
          <ac:chgData name="Roberto Carlos Hincapie Reyes" userId="309149dc-34a8-49d1-99c8-c59f962893a7" providerId="ADAL" clId="{0AEF9819-1D73-4960-8528-8D0F47F8C996}" dt="2025-08-25T22:34:25.463" v="976"/>
          <ac:spMkLst>
            <pc:docMk/>
            <pc:sldMk cId="700251611" sldId="2904"/>
            <ac:spMk id="7" creationId="{0F4DBE88-9B1B-4F17-B8F3-2AB8F6CE1605}"/>
          </ac:spMkLst>
        </pc:spChg>
      </pc:sldChg>
      <pc:sldChg chg="addSp">
        <pc:chgData name="Roberto Carlos Hincapie Reyes" userId="309149dc-34a8-49d1-99c8-c59f962893a7" providerId="ADAL" clId="{0AEF9819-1D73-4960-8528-8D0F47F8C996}" dt="2025-08-25T22:34:27.163" v="977"/>
        <pc:sldMkLst>
          <pc:docMk/>
          <pc:sldMk cId="1225100934" sldId="2905"/>
        </pc:sldMkLst>
        <pc:spChg chg="add">
          <ac:chgData name="Roberto Carlos Hincapie Reyes" userId="309149dc-34a8-49d1-99c8-c59f962893a7" providerId="ADAL" clId="{0AEF9819-1D73-4960-8528-8D0F47F8C996}" dt="2025-08-25T22:34:27.163" v="977"/>
          <ac:spMkLst>
            <pc:docMk/>
            <pc:sldMk cId="1225100934" sldId="2905"/>
            <ac:spMk id="10" creationId="{7A4E78E6-289A-4C55-A142-71018FC16346}"/>
          </ac:spMkLst>
        </pc:spChg>
      </pc:sldChg>
      <pc:sldChg chg="add">
        <pc:chgData name="Roberto Carlos Hincapie Reyes" userId="309149dc-34a8-49d1-99c8-c59f962893a7" providerId="ADAL" clId="{0AEF9819-1D73-4960-8528-8D0F47F8C996}" dt="2025-08-26T01:21:46.010" v="1390"/>
        <pc:sldMkLst>
          <pc:docMk/>
          <pc:sldMk cId="2663742070" sldId="2906"/>
        </pc:sldMkLst>
      </pc:sldChg>
      <pc:sldChg chg="addSp delSp add">
        <pc:chgData name="Roberto Carlos Hincapie Reyes" userId="309149dc-34a8-49d1-99c8-c59f962893a7" providerId="ADAL" clId="{0AEF9819-1D73-4960-8528-8D0F47F8C996}" dt="2025-08-26T01:27:00.533" v="1581"/>
        <pc:sldMkLst>
          <pc:docMk/>
          <pc:sldMk cId="1932698551" sldId="2907"/>
        </pc:sldMkLst>
        <pc:spChg chg="del">
          <ac:chgData name="Roberto Carlos Hincapie Reyes" userId="309149dc-34a8-49d1-99c8-c59f962893a7" providerId="ADAL" clId="{0AEF9819-1D73-4960-8528-8D0F47F8C996}" dt="2025-08-26T01:27:00.177" v="1580" actId="478"/>
          <ac:spMkLst>
            <pc:docMk/>
            <pc:sldMk cId="1932698551" sldId="2907"/>
            <ac:spMk id="7" creationId="{F8A4FAAC-514A-4C60-9BC9-D16606D295ED}"/>
          </ac:spMkLst>
        </pc:spChg>
        <pc:spChg chg="add">
          <ac:chgData name="Roberto Carlos Hincapie Reyes" userId="309149dc-34a8-49d1-99c8-c59f962893a7" providerId="ADAL" clId="{0AEF9819-1D73-4960-8528-8D0F47F8C996}" dt="2025-08-26T01:27:00.533" v="1581"/>
          <ac:spMkLst>
            <pc:docMk/>
            <pc:sldMk cId="1932698551" sldId="2907"/>
            <ac:spMk id="8" creationId="{FBB95DA9-1D2A-4C2C-B2B8-34064616C7DF}"/>
          </ac:spMkLst>
        </pc:spChg>
      </pc:sldChg>
      <pc:sldChg chg="addSp ord">
        <pc:chgData name="Roberto Carlos Hincapie Reyes" userId="309149dc-34a8-49d1-99c8-c59f962893a7" providerId="ADAL" clId="{0AEF9819-1D73-4960-8528-8D0F47F8C996}" dt="2025-08-26T01:22:09.970" v="1391"/>
        <pc:sldMkLst>
          <pc:docMk/>
          <pc:sldMk cId="4205344783" sldId="2908"/>
        </pc:sldMkLst>
        <pc:spChg chg="add">
          <ac:chgData name="Roberto Carlos Hincapie Reyes" userId="309149dc-34a8-49d1-99c8-c59f962893a7" providerId="ADAL" clId="{0AEF9819-1D73-4960-8528-8D0F47F8C996}" dt="2025-08-25T22:34:30.209" v="979"/>
          <ac:spMkLst>
            <pc:docMk/>
            <pc:sldMk cId="4205344783" sldId="2908"/>
            <ac:spMk id="5" creationId="{EDD86C8A-51EE-4DD7-AB1D-A42085429839}"/>
          </ac:spMkLst>
        </pc:spChg>
      </pc:sldChg>
      <pc:sldChg chg="addSp delSp">
        <pc:chgData name="Roberto Carlos Hincapie Reyes" userId="309149dc-34a8-49d1-99c8-c59f962893a7" providerId="ADAL" clId="{0AEF9819-1D73-4960-8528-8D0F47F8C996}" dt="2025-08-26T01:27:04.324" v="1583"/>
        <pc:sldMkLst>
          <pc:docMk/>
          <pc:sldMk cId="3190240049" sldId="2910"/>
        </pc:sldMkLst>
        <pc:spChg chg="add del">
          <ac:chgData name="Roberto Carlos Hincapie Reyes" userId="309149dc-34a8-49d1-99c8-c59f962893a7" providerId="ADAL" clId="{0AEF9819-1D73-4960-8528-8D0F47F8C996}" dt="2025-08-26T01:27:03.990" v="1582" actId="478"/>
          <ac:spMkLst>
            <pc:docMk/>
            <pc:sldMk cId="3190240049" sldId="2910"/>
            <ac:spMk id="5" creationId="{95AE9467-895B-4982-AAFA-4DFE1D345AE0}"/>
          </ac:spMkLst>
        </pc:spChg>
        <pc:spChg chg="add">
          <ac:chgData name="Roberto Carlos Hincapie Reyes" userId="309149dc-34a8-49d1-99c8-c59f962893a7" providerId="ADAL" clId="{0AEF9819-1D73-4960-8528-8D0F47F8C996}" dt="2025-08-26T01:27:04.324" v="1583"/>
          <ac:spMkLst>
            <pc:docMk/>
            <pc:sldMk cId="3190240049" sldId="2910"/>
            <ac:spMk id="6" creationId="{82984B8E-B399-445F-B060-AB102756CA7E}"/>
          </ac:spMkLst>
        </pc:spChg>
      </pc:sldChg>
      <pc:sldChg chg="addSp delSp add">
        <pc:chgData name="Roberto Carlos Hincapie Reyes" userId="309149dc-34a8-49d1-99c8-c59f962893a7" providerId="ADAL" clId="{0AEF9819-1D73-4960-8528-8D0F47F8C996}" dt="2025-08-26T01:26:55.576" v="1579"/>
        <pc:sldMkLst>
          <pc:docMk/>
          <pc:sldMk cId="1401818356" sldId="2911"/>
        </pc:sldMkLst>
        <pc:spChg chg="del">
          <ac:chgData name="Roberto Carlos Hincapie Reyes" userId="309149dc-34a8-49d1-99c8-c59f962893a7" providerId="ADAL" clId="{0AEF9819-1D73-4960-8528-8D0F47F8C996}" dt="2025-08-26T01:26:55.253" v="1578" actId="478"/>
          <ac:spMkLst>
            <pc:docMk/>
            <pc:sldMk cId="1401818356" sldId="2911"/>
            <ac:spMk id="8" creationId="{8FD842B8-63F1-4600-9EC6-8CED10A50443}"/>
          </ac:spMkLst>
        </pc:spChg>
        <pc:spChg chg="add del">
          <ac:chgData name="Roberto Carlos Hincapie Reyes" userId="309149dc-34a8-49d1-99c8-c59f962893a7" providerId="ADAL" clId="{0AEF9819-1D73-4960-8528-8D0F47F8C996}" dt="2025-08-26T01:23:17.529" v="1402"/>
          <ac:spMkLst>
            <pc:docMk/>
            <pc:sldMk cId="1401818356" sldId="2911"/>
            <ac:spMk id="9" creationId="{492CF45A-8D54-494B-A86B-C87F67524167}"/>
          </ac:spMkLst>
        </pc:spChg>
        <pc:spChg chg="add">
          <ac:chgData name="Roberto Carlos Hincapie Reyes" userId="309149dc-34a8-49d1-99c8-c59f962893a7" providerId="ADAL" clId="{0AEF9819-1D73-4960-8528-8D0F47F8C996}" dt="2025-08-26T01:26:55.576" v="1579"/>
          <ac:spMkLst>
            <pc:docMk/>
            <pc:sldMk cId="1401818356" sldId="2911"/>
            <ac:spMk id="10" creationId="{DC1991B9-A05D-4890-A250-D57ABB3B2479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8:48:57.240" v="126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0AEF9819-1D73-4960-8528-8D0F47F8C996}" dt="2025-08-25T18:32:11.889" v="2"/>
          <ac:spMkLst>
            <pc:docMk/>
            <pc:sldMk cId="3273312906" sldId="2913"/>
            <ac:spMk id="2" creationId="{454802E9-8C91-455F-B2F5-6260A9FADCDF}"/>
          </ac:spMkLst>
        </pc:spChg>
        <pc:spChg chg="mod">
          <ac:chgData name="Roberto Carlos Hincapie Reyes" userId="309149dc-34a8-49d1-99c8-c59f962893a7" providerId="ADAL" clId="{0AEF9819-1D73-4960-8528-8D0F47F8C996}" dt="2025-08-25T18:33:19.592" v="14" actId="27636"/>
          <ac:spMkLst>
            <pc:docMk/>
            <pc:sldMk cId="3273312906" sldId="2913"/>
            <ac:spMk id="3" creationId="{0B87B822-6042-46C2-8C3D-3DC4B2F0221B}"/>
          </ac:spMkLst>
        </pc:spChg>
        <pc:spChg chg="add mod">
          <ac:chgData name="Roberto Carlos Hincapie Reyes" userId="309149dc-34a8-49d1-99c8-c59f962893a7" providerId="ADAL" clId="{0AEF9819-1D73-4960-8528-8D0F47F8C996}" dt="2025-08-25T18:35:38.039" v="49" actId="1076"/>
          <ac:spMkLst>
            <pc:docMk/>
            <pc:sldMk cId="3273312906" sldId="2913"/>
            <ac:spMk id="16" creationId="{6B81A34B-D681-4ACE-8B88-22B2CC52ACB0}"/>
          </ac:spMkLst>
        </pc:spChg>
        <pc:spChg chg="add mod">
          <ac:chgData name="Roberto Carlos Hincapie Reyes" userId="309149dc-34a8-49d1-99c8-c59f962893a7" providerId="ADAL" clId="{0AEF9819-1D73-4960-8528-8D0F47F8C996}" dt="2025-08-25T18:35:53.121" v="57" actId="1076"/>
          <ac:spMkLst>
            <pc:docMk/>
            <pc:sldMk cId="3273312906" sldId="2913"/>
            <ac:spMk id="17" creationId="{F8ABAAF7-9835-4181-A407-4F31DCE4DCE8}"/>
          </ac:spMkLst>
        </pc:spChg>
        <pc:spChg chg="add mod">
          <ac:chgData name="Roberto Carlos Hincapie Reyes" userId="309149dc-34a8-49d1-99c8-c59f962893a7" providerId="ADAL" clId="{0AEF9819-1D73-4960-8528-8D0F47F8C996}" dt="2025-08-25T18:36:02.329" v="60" actId="20577"/>
          <ac:spMkLst>
            <pc:docMk/>
            <pc:sldMk cId="3273312906" sldId="2913"/>
            <ac:spMk id="18" creationId="{DE374028-F911-4699-ACF8-2AB8C0308AE6}"/>
          </ac:spMkLst>
        </pc:spChg>
        <pc:spChg chg="add mod">
          <ac:chgData name="Roberto Carlos Hincapie Reyes" userId="309149dc-34a8-49d1-99c8-c59f962893a7" providerId="ADAL" clId="{0AEF9819-1D73-4960-8528-8D0F47F8C996}" dt="2025-08-25T18:36:12.237" v="65" actId="20577"/>
          <ac:spMkLst>
            <pc:docMk/>
            <pc:sldMk cId="3273312906" sldId="2913"/>
            <ac:spMk id="19" creationId="{2EAB1E73-3F5B-4F84-9859-70380EB51EBB}"/>
          </ac:spMkLst>
        </pc:spChg>
        <pc:spChg chg="add mod">
          <ac:chgData name="Roberto Carlos Hincapie Reyes" userId="309149dc-34a8-49d1-99c8-c59f962893a7" providerId="ADAL" clId="{0AEF9819-1D73-4960-8528-8D0F47F8C996}" dt="2025-08-25T18:36:24.964" v="72" actId="20577"/>
          <ac:spMkLst>
            <pc:docMk/>
            <pc:sldMk cId="3273312906" sldId="2913"/>
            <ac:spMk id="20" creationId="{7B8CCE19-6989-438D-AEA3-01DB985E6574}"/>
          </ac:spMkLst>
        </pc:spChg>
        <pc:spChg chg="add mod">
          <ac:chgData name="Roberto Carlos Hincapie Reyes" userId="309149dc-34a8-49d1-99c8-c59f962893a7" providerId="ADAL" clId="{0AEF9819-1D73-4960-8528-8D0F47F8C996}" dt="2025-08-25T18:36:34.281" v="74" actId="20577"/>
          <ac:spMkLst>
            <pc:docMk/>
            <pc:sldMk cId="3273312906" sldId="2913"/>
            <ac:spMk id="21" creationId="{39F2C549-A300-497E-8719-1BB3CD97E589}"/>
          </ac:spMkLst>
        </pc:spChg>
        <pc:spChg chg="add mod">
          <ac:chgData name="Roberto Carlos Hincapie Reyes" userId="309149dc-34a8-49d1-99c8-c59f962893a7" providerId="ADAL" clId="{0AEF9819-1D73-4960-8528-8D0F47F8C996}" dt="2025-08-25T18:36:47.380" v="76" actId="20577"/>
          <ac:spMkLst>
            <pc:docMk/>
            <pc:sldMk cId="3273312906" sldId="2913"/>
            <ac:spMk id="22" creationId="{B46E5E7F-043D-4364-A879-C0721C0F8C05}"/>
          </ac:spMkLst>
        </pc:spChg>
        <pc:spChg chg="add">
          <ac:chgData name="Roberto Carlos Hincapie Reyes" userId="309149dc-34a8-49d1-99c8-c59f962893a7" providerId="ADAL" clId="{0AEF9819-1D73-4960-8528-8D0F47F8C996}" dt="2025-08-25T18:48:57.240" v="126"/>
          <ac:spMkLst>
            <pc:docMk/>
            <pc:sldMk cId="3273312906" sldId="2913"/>
            <ac:spMk id="42" creationId="{8230CB29-6218-4A93-B178-3B58E501BE92}"/>
          </ac:spMkLst>
        </pc:spChg>
        <pc:cxnChg chg="add mod">
          <ac:chgData name="Roberto Carlos Hincapie Reyes" userId="309149dc-34a8-49d1-99c8-c59f962893a7" providerId="ADAL" clId="{0AEF9819-1D73-4960-8528-8D0F47F8C996}" dt="2025-08-25T18:33:37.096" v="16" actId="1582"/>
          <ac:cxnSpMkLst>
            <pc:docMk/>
            <pc:sldMk cId="3273312906" sldId="2913"/>
            <ac:cxnSpMk id="6" creationId="{63A36FA1-7F84-441F-ABC9-120B1884B83F}"/>
          </ac:cxnSpMkLst>
        </pc:cxnChg>
        <pc:cxnChg chg="add mod">
          <ac:chgData name="Roberto Carlos Hincapie Reyes" userId="309149dc-34a8-49d1-99c8-c59f962893a7" providerId="ADAL" clId="{0AEF9819-1D73-4960-8528-8D0F47F8C996}" dt="2025-08-25T18:34:01.579" v="22" actId="1037"/>
          <ac:cxnSpMkLst>
            <pc:docMk/>
            <pc:sldMk cId="3273312906" sldId="2913"/>
            <ac:cxnSpMk id="8" creationId="{5AF666EC-6257-48D7-B73F-FAF27B4DBBA5}"/>
          </ac:cxnSpMkLst>
        </pc:cxnChg>
        <pc:cxnChg chg="add mod">
          <ac:chgData name="Roberto Carlos Hincapie Reyes" userId="309149dc-34a8-49d1-99c8-c59f962893a7" providerId="ADAL" clId="{0AEF9819-1D73-4960-8528-8D0F47F8C996}" dt="2025-08-25T18:34:12.720" v="23" actId="571"/>
          <ac:cxnSpMkLst>
            <pc:docMk/>
            <pc:sldMk cId="3273312906" sldId="2913"/>
            <ac:cxnSpMk id="10" creationId="{B1F8BFA7-54C8-440B-8BE3-95FB588ECA8C}"/>
          </ac:cxnSpMkLst>
        </pc:cxnChg>
        <pc:cxnChg chg="add mod">
          <ac:chgData name="Roberto Carlos Hincapie Reyes" userId="309149dc-34a8-49d1-99c8-c59f962893a7" providerId="ADAL" clId="{0AEF9819-1D73-4960-8528-8D0F47F8C996}" dt="2025-08-25T18:34:16.670" v="24" actId="571"/>
          <ac:cxnSpMkLst>
            <pc:docMk/>
            <pc:sldMk cId="3273312906" sldId="2913"/>
            <ac:cxnSpMk id="11" creationId="{F8AEA31B-948C-4C92-AE05-69CD8A54A668}"/>
          </ac:cxnSpMkLst>
        </pc:cxnChg>
        <pc:cxnChg chg="add mod">
          <ac:chgData name="Roberto Carlos Hincapie Reyes" userId="309149dc-34a8-49d1-99c8-c59f962893a7" providerId="ADAL" clId="{0AEF9819-1D73-4960-8528-8D0F47F8C996}" dt="2025-08-25T18:35:05.472" v="36" actId="1035"/>
          <ac:cxnSpMkLst>
            <pc:docMk/>
            <pc:sldMk cId="3273312906" sldId="2913"/>
            <ac:cxnSpMk id="12" creationId="{85A48EE4-8CB9-4C54-81E4-95145C96E7E7}"/>
          </ac:cxnSpMkLst>
        </pc:cxnChg>
        <pc:cxnChg chg="add mod">
          <ac:chgData name="Roberto Carlos Hincapie Reyes" userId="309149dc-34a8-49d1-99c8-c59f962893a7" providerId="ADAL" clId="{0AEF9819-1D73-4960-8528-8D0F47F8C996}" dt="2025-08-25T18:34:23.399" v="26" actId="571"/>
          <ac:cxnSpMkLst>
            <pc:docMk/>
            <pc:sldMk cId="3273312906" sldId="2913"/>
            <ac:cxnSpMk id="13" creationId="{1E33C655-0982-44FF-BABC-F61005EF0340}"/>
          </ac:cxnSpMkLst>
        </pc:cxnChg>
        <pc:cxnChg chg="add mod">
          <ac:chgData name="Roberto Carlos Hincapie Reyes" userId="309149dc-34a8-49d1-99c8-c59f962893a7" providerId="ADAL" clId="{0AEF9819-1D73-4960-8528-8D0F47F8C996}" dt="2025-08-25T18:34:25.861" v="27" actId="571"/>
          <ac:cxnSpMkLst>
            <pc:docMk/>
            <pc:sldMk cId="3273312906" sldId="2913"/>
            <ac:cxnSpMk id="14" creationId="{CF8B13A1-E49C-4A89-B541-26E819613DF2}"/>
          </ac:cxnSpMkLst>
        </pc:cxnChg>
        <pc:cxnChg chg="add mod">
          <ac:chgData name="Roberto Carlos Hincapie Reyes" userId="309149dc-34a8-49d1-99c8-c59f962893a7" providerId="ADAL" clId="{0AEF9819-1D73-4960-8528-8D0F47F8C996}" dt="2025-08-25T18:34:36.734" v="28" actId="571"/>
          <ac:cxnSpMkLst>
            <pc:docMk/>
            <pc:sldMk cId="3273312906" sldId="2913"/>
            <ac:cxnSpMk id="15" creationId="{5A956D45-8E9D-415B-951A-CE02184BAA52}"/>
          </ac:cxnSpMkLst>
        </pc:cxnChg>
        <pc:cxnChg chg="add mod">
          <ac:chgData name="Roberto Carlos Hincapie Reyes" userId="309149dc-34a8-49d1-99c8-c59f962893a7" providerId="ADAL" clId="{0AEF9819-1D73-4960-8528-8D0F47F8C996}" dt="2025-08-25T18:37:24.948" v="84" actId="14100"/>
          <ac:cxnSpMkLst>
            <pc:docMk/>
            <pc:sldMk cId="3273312906" sldId="2913"/>
            <ac:cxnSpMk id="24" creationId="{93108FE3-7A96-490A-80C4-CEA1DBD49282}"/>
          </ac:cxnSpMkLst>
        </pc:cxnChg>
        <pc:cxnChg chg="add mod">
          <ac:chgData name="Roberto Carlos Hincapie Reyes" userId="309149dc-34a8-49d1-99c8-c59f962893a7" providerId="ADAL" clId="{0AEF9819-1D73-4960-8528-8D0F47F8C996}" dt="2025-08-25T18:37:17.003" v="82" actId="14100"/>
          <ac:cxnSpMkLst>
            <pc:docMk/>
            <pc:sldMk cId="3273312906" sldId="2913"/>
            <ac:cxnSpMk id="25" creationId="{7F95E5FC-4929-4A4F-8653-34C287A76E66}"/>
          </ac:cxnSpMkLst>
        </pc:cxnChg>
        <pc:cxnChg chg="add mod">
          <ac:chgData name="Roberto Carlos Hincapie Reyes" userId="309149dc-34a8-49d1-99c8-c59f962893a7" providerId="ADAL" clId="{0AEF9819-1D73-4960-8528-8D0F47F8C996}" dt="2025-08-25T18:37:34.779" v="87" actId="14100"/>
          <ac:cxnSpMkLst>
            <pc:docMk/>
            <pc:sldMk cId="3273312906" sldId="2913"/>
            <ac:cxnSpMk id="30" creationId="{7E6488C5-E4EC-4FDB-82CD-60124DF146C2}"/>
          </ac:cxnSpMkLst>
        </pc:cxnChg>
        <pc:cxnChg chg="add mod">
          <ac:chgData name="Roberto Carlos Hincapie Reyes" userId="309149dc-34a8-49d1-99c8-c59f962893a7" providerId="ADAL" clId="{0AEF9819-1D73-4960-8528-8D0F47F8C996}" dt="2025-08-25T18:37:44.211" v="90" actId="14100"/>
          <ac:cxnSpMkLst>
            <pc:docMk/>
            <pc:sldMk cId="3273312906" sldId="2913"/>
            <ac:cxnSpMk id="33" creationId="{7821FAC8-FA4C-4137-8E44-5B011F1EFE67}"/>
          </ac:cxnSpMkLst>
        </pc:cxnChg>
        <pc:cxnChg chg="add mod">
          <ac:chgData name="Roberto Carlos Hincapie Reyes" userId="309149dc-34a8-49d1-99c8-c59f962893a7" providerId="ADAL" clId="{0AEF9819-1D73-4960-8528-8D0F47F8C996}" dt="2025-08-25T18:37:51.788" v="93" actId="14100"/>
          <ac:cxnSpMkLst>
            <pc:docMk/>
            <pc:sldMk cId="3273312906" sldId="2913"/>
            <ac:cxnSpMk id="36" creationId="{C6160960-FC57-4A24-BBC4-50A4616B1F55}"/>
          </ac:cxnSpMkLst>
        </pc:cxnChg>
        <pc:cxnChg chg="add mod">
          <ac:chgData name="Roberto Carlos Hincapie Reyes" userId="309149dc-34a8-49d1-99c8-c59f962893a7" providerId="ADAL" clId="{0AEF9819-1D73-4960-8528-8D0F47F8C996}" dt="2025-08-25T18:38:00.324" v="96" actId="14100"/>
          <ac:cxnSpMkLst>
            <pc:docMk/>
            <pc:sldMk cId="3273312906" sldId="2913"/>
            <ac:cxnSpMk id="39" creationId="{8CBD78BD-B459-40A7-8BF0-14D747086E9A}"/>
          </ac:cxnSpMkLst>
        </pc:cxnChg>
      </pc:sldChg>
      <pc:sldChg chg="addSp modSp add">
        <pc:chgData name="Roberto Carlos Hincapie Reyes" userId="309149dc-34a8-49d1-99c8-c59f962893a7" providerId="ADAL" clId="{0AEF9819-1D73-4960-8528-8D0F47F8C996}" dt="2025-08-25T18:48:58.739" v="127"/>
        <pc:sldMkLst>
          <pc:docMk/>
          <pc:sldMk cId="2879966517" sldId="2914"/>
        </pc:sldMkLst>
        <pc:spChg chg="mod">
          <ac:chgData name="Roberto Carlos Hincapie Reyes" userId="309149dc-34a8-49d1-99c8-c59f962893a7" providerId="ADAL" clId="{0AEF9819-1D73-4960-8528-8D0F47F8C996}" dt="2025-08-25T18:40:31.604" v="102"/>
          <ac:spMkLst>
            <pc:docMk/>
            <pc:sldMk cId="2879966517" sldId="2914"/>
            <ac:spMk id="2" creationId="{65FB2EA3-B032-4489-B019-3BBF208297D4}"/>
          </ac:spMkLst>
        </pc:spChg>
        <pc:spChg chg="mod">
          <ac:chgData name="Roberto Carlos Hincapie Reyes" userId="309149dc-34a8-49d1-99c8-c59f962893a7" providerId="ADAL" clId="{0AEF9819-1D73-4960-8528-8D0F47F8C996}" dt="2025-08-25T18:40:42.270" v="104" actId="27636"/>
          <ac:spMkLst>
            <pc:docMk/>
            <pc:sldMk cId="2879966517" sldId="2914"/>
            <ac:spMk id="3" creationId="{CF4E1E16-BBEA-48EC-9841-48747A00EB88}"/>
          </ac:spMkLst>
        </pc:spChg>
        <pc:spChg chg="add">
          <ac:chgData name="Roberto Carlos Hincapie Reyes" userId="309149dc-34a8-49d1-99c8-c59f962893a7" providerId="ADAL" clId="{0AEF9819-1D73-4960-8528-8D0F47F8C996}" dt="2025-08-25T18:48:58.739" v="127"/>
          <ac:spMkLst>
            <pc:docMk/>
            <pc:sldMk cId="2879966517" sldId="2914"/>
            <ac:spMk id="6" creationId="{7114F12F-CB97-42CE-A203-FE07BBE001EF}"/>
          </ac:spMkLst>
        </pc:spChg>
        <pc:picChg chg="add mod">
          <ac:chgData name="Roberto Carlos Hincapie Reyes" userId="309149dc-34a8-49d1-99c8-c59f962893a7" providerId="ADAL" clId="{0AEF9819-1D73-4960-8528-8D0F47F8C996}" dt="2025-08-25T18:45:23.431" v="107" actId="1076"/>
          <ac:picMkLst>
            <pc:docMk/>
            <pc:sldMk cId="2879966517" sldId="2914"/>
            <ac:picMk id="1026" creationId="{5A9C1F72-DC28-4C6B-B51D-91307D3CEE5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22:17:34.250" v="921"/>
        <pc:sldMkLst>
          <pc:docMk/>
          <pc:sldMk cId="1483798471" sldId="2915"/>
        </pc:sldMkLst>
        <pc:spChg chg="mod">
          <ac:chgData name="Roberto Carlos Hincapie Reyes" userId="309149dc-34a8-49d1-99c8-c59f962893a7" providerId="ADAL" clId="{0AEF9819-1D73-4960-8528-8D0F47F8C996}" dt="2025-08-25T22:17:34.250" v="921"/>
          <ac:spMkLst>
            <pc:docMk/>
            <pc:sldMk cId="1483798471" sldId="2915"/>
            <ac:spMk id="2" creationId="{92591892-2D15-4B43-AFAB-4F7DB49C1F91}"/>
          </ac:spMkLst>
        </pc:spChg>
        <pc:spChg chg="del">
          <ac:chgData name="Roberto Carlos Hincapie Reyes" userId="309149dc-34a8-49d1-99c8-c59f962893a7" providerId="ADAL" clId="{0AEF9819-1D73-4960-8528-8D0F47F8C996}" dt="2025-08-25T19:28:30.981" v="439" actId="478"/>
          <ac:spMkLst>
            <pc:docMk/>
            <pc:sldMk cId="1483798471" sldId="2915"/>
            <ac:spMk id="3" creationId="{0C1E3C03-64DB-4B24-8D95-92E6E27CB57B}"/>
          </ac:spMkLst>
        </pc:spChg>
        <pc:spChg chg="add">
          <ac:chgData name="Roberto Carlos Hincapie Reyes" userId="309149dc-34a8-49d1-99c8-c59f962893a7" providerId="ADAL" clId="{0AEF9819-1D73-4960-8528-8D0F47F8C996}" dt="2025-08-25T22:17:01.356" v="901"/>
          <ac:spMkLst>
            <pc:docMk/>
            <pc:sldMk cId="1483798471" sldId="2915"/>
            <ac:spMk id="6" creationId="{5FC0F52C-300E-4D80-98FB-0EA029111550}"/>
          </ac:spMkLst>
        </pc:spChg>
        <pc:graphicFrameChg chg="add mod modGraphic">
          <ac:chgData name="Roberto Carlos Hincapie Reyes" userId="309149dc-34a8-49d1-99c8-c59f962893a7" providerId="ADAL" clId="{0AEF9819-1D73-4960-8528-8D0F47F8C996}" dt="2025-08-25T19:28:36.971" v="442" actId="14100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 add">
        <pc:chgData name="Roberto Carlos Hincapie Reyes" userId="309149dc-34a8-49d1-99c8-c59f962893a7" providerId="ADAL" clId="{0AEF9819-1D73-4960-8528-8D0F47F8C996}" dt="2025-08-25T22:17:17.236" v="919" actId="20577"/>
        <pc:sldMkLst>
          <pc:docMk/>
          <pc:sldMk cId="210149554" sldId="2916"/>
        </pc:sldMkLst>
        <pc:spChg chg="mod">
          <ac:chgData name="Roberto Carlos Hincapie Reyes" userId="309149dc-34a8-49d1-99c8-c59f962893a7" providerId="ADAL" clId="{0AEF9819-1D73-4960-8528-8D0F47F8C996}" dt="2025-08-25T22:17:17.236" v="919" actId="20577"/>
          <ac:spMkLst>
            <pc:docMk/>
            <pc:sldMk cId="210149554" sldId="2916"/>
            <ac:spMk id="2" creationId="{26D0C6E0-26FF-4C95-A91C-3062CA5456D5}"/>
          </ac:spMkLst>
        </pc:spChg>
        <pc:spChg chg="mod">
          <ac:chgData name="Roberto Carlos Hincapie Reyes" userId="309149dc-34a8-49d1-99c8-c59f962893a7" providerId="ADAL" clId="{0AEF9819-1D73-4960-8528-8D0F47F8C996}" dt="2025-08-25T21:54:11.026" v="896" actId="27636"/>
          <ac:spMkLst>
            <pc:docMk/>
            <pc:sldMk cId="210149554" sldId="2916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10:39.021" v="414" actId="27636"/>
        <pc:sldMkLst>
          <pc:docMk/>
          <pc:sldMk cId="1119840664" sldId="2917"/>
        </pc:sldMkLst>
        <pc:spChg chg="mod">
          <ac:chgData name="Roberto Carlos Hincapie Reyes" userId="309149dc-34a8-49d1-99c8-c59f962893a7" providerId="ADAL" clId="{0AEF9819-1D73-4960-8528-8D0F47F8C996}" dt="2025-08-25T19:10:39.021" v="414" actId="27636"/>
          <ac:spMkLst>
            <pc:docMk/>
            <pc:sldMk cId="1119840664" sldId="2917"/>
            <ac:spMk id="3" creationId="{CA139910-7905-4725-98F7-59400C38303B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5T19:06:35.345" v="344" actId="207"/>
        <pc:sldMkLst>
          <pc:docMk/>
          <pc:sldMk cId="3230750111" sldId="2918"/>
        </pc:sldMkLst>
        <pc:spChg chg="mod">
          <ac:chgData name="Roberto Carlos Hincapie Reyes" userId="309149dc-34a8-49d1-99c8-c59f962893a7" providerId="ADAL" clId="{0AEF9819-1D73-4960-8528-8D0F47F8C996}" dt="2025-08-25T19:03:40.508" v="299" actId="20577"/>
          <ac:spMkLst>
            <pc:docMk/>
            <pc:sldMk cId="3230750111" sldId="2918"/>
            <ac:spMk id="2" creationId="{056E232C-A001-4C78-AC2A-C2915A5422F9}"/>
          </ac:spMkLst>
        </pc:spChg>
        <pc:spChg chg="mod">
          <ac:chgData name="Roberto Carlos Hincapie Reyes" userId="309149dc-34a8-49d1-99c8-c59f962893a7" providerId="ADAL" clId="{0AEF9819-1D73-4960-8528-8D0F47F8C996}" dt="2025-08-25T19:06:35.345" v="344" actId="207"/>
          <ac:spMkLst>
            <pc:docMk/>
            <pc:sldMk cId="3230750111" sldId="2918"/>
            <ac:spMk id="3" creationId="{470E73E5-D874-472D-BF99-E3F39A3EB89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5T19:32:53.671" v="504"/>
        <pc:sldMkLst>
          <pc:docMk/>
          <pc:sldMk cId="3952404352" sldId="2919"/>
        </pc:sldMkLst>
        <pc:spChg chg="mod">
          <ac:chgData name="Roberto Carlos Hincapie Reyes" userId="309149dc-34a8-49d1-99c8-c59f962893a7" providerId="ADAL" clId="{0AEF9819-1D73-4960-8528-8D0F47F8C996}" dt="2025-08-25T19:27:39.104" v="438" actId="20577"/>
          <ac:spMkLst>
            <pc:docMk/>
            <pc:sldMk cId="3952404352" sldId="2919"/>
            <ac:spMk id="2" creationId="{2E82AF45-D290-4E62-A941-8A245DE50A22}"/>
          </ac:spMkLst>
        </pc:spChg>
        <pc:spChg chg="mod">
          <ac:chgData name="Roberto Carlos Hincapie Reyes" userId="309149dc-34a8-49d1-99c8-c59f962893a7" providerId="ADAL" clId="{0AEF9819-1D73-4960-8528-8D0F47F8C996}" dt="2025-08-25T19:32:17.988" v="503" actId="27636"/>
          <ac:spMkLst>
            <pc:docMk/>
            <pc:sldMk cId="3952404352" sldId="2919"/>
            <ac:spMk id="3" creationId="{2B7E69E9-94BF-4EB7-AD18-8B0695B4960B}"/>
          </ac:spMkLst>
        </pc:spChg>
        <pc:spChg chg="add">
          <ac:chgData name="Roberto Carlos Hincapie Reyes" userId="309149dc-34a8-49d1-99c8-c59f962893a7" providerId="ADAL" clId="{0AEF9819-1D73-4960-8528-8D0F47F8C996}" dt="2025-08-25T19:32:53.671" v="504"/>
          <ac:spMkLst>
            <pc:docMk/>
            <pc:sldMk cId="3952404352" sldId="2919"/>
            <ac:spMk id="6" creationId="{A73D4C7D-14B6-44F8-853A-E5FEEBF99783}"/>
          </ac:spMkLst>
        </pc:spChg>
        <pc:picChg chg="add mod">
          <ac:chgData name="Roberto Carlos Hincapie Reyes" userId="309149dc-34a8-49d1-99c8-c59f962893a7" providerId="ADAL" clId="{0AEF9819-1D73-4960-8528-8D0F47F8C996}" dt="2025-08-25T19:31:50.588" v="481" actId="1076"/>
          <ac:picMkLst>
            <pc:docMk/>
            <pc:sldMk cId="3952404352" sldId="2919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5T19:48:17.205" v="666" actId="27636"/>
        <pc:sldMkLst>
          <pc:docMk/>
          <pc:sldMk cId="1414172919" sldId="2920"/>
        </pc:sldMkLst>
        <pc:spChg chg="mod">
          <ac:chgData name="Roberto Carlos Hincapie Reyes" userId="309149dc-34a8-49d1-99c8-c59f962893a7" providerId="ADAL" clId="{0AEF9819-1D73-4960-8528-8D0F47F8C996}" dt="2025-08-25T19:34:00.156" v="516" actId="20577"/>
          <ac:spMkLst>
            <pc:docMk/>
            <pc:sldMk cId="1414172919" sldId="2920"/>
            <ac:spMk id="2" creationId="{2E82AF45-D290-4E62-A941-8A245DE50A22}"/>
          </ac:spMkLst>
        </pc:spChg>
        <pc:spChg chg="mod ord">
          <ac:chgData name="Roberto Carlos Hincapie Reyes" userId="309149dc-34a8-49d1-99c8-c59f962893a7" providerId="ADAL" clId="{0AEF9819-1D73-4960-8528-8D0F47F8C996}" dt="2025-08-25T19:48:17.205" v="666" actId="27636"/>
          <ac:spMkLst>
            <pc:docMk/>
            <pc:sldMk cId="1414172919" sldId="2920"/>
            <ac:spMk id="3" creationId="{2B7E69E9-94BF-4EB7-AD18-8B0695B4960B}"/>
          </ac:spMkLst>
        </pc:spChg>
        <pc:picChg chg="add mod">
          <ac:chgData name="Roberto Carlos Hincapie Reyes" userId="309149dc-34a8-49d1-99c8-c59f962893a7" providerId="ADAL" clId="{0AEF9819-1D73-4960-8528-8D0F47F8C996}" dt="2025-08-25T19:47:41.475" v="572" actId="1076"/>
          <ac:picMkLst>
            <pc:docMk/>
            <pc:sldMk cId="1414172919" sldId="2920"/>
            <ac:picMk id="5" creationId="{9BC0D728-2833-461B-ABED-346F6AA50FB4}"/>
          </ac:picMkLst>
        </pc:picChg>
        <pc:picChg chg="del">
          <ac:chgData name="Roberto Carlos Hincapie Reyes" userId="309149dc-34a8-49d1-99c8-c59f962893a7" providerId="ADAL" clId="{0AEF9819-1D73-4960-8528-8D0F47F8C996}" dt="2025-08-25T19:33:52.363" v="508" actId="478"/>
          <ac:picMkLst>
            <pc:docMk/>
            <pc:sldMk cId="1414172919" sldId="2920"/>
            <ac:picMk id="3074" creationId="{E1FCE2E1-FB37-4BFA-B9DB-96ED4FE15E0D}"/>
          </ac:picMkLst>
        </pc:picChg>
      </pc:sldChg>
      <pc:sldChg chg="addSp delSp modSp add">
        <pc:chgData name="Roberto Carlos Hincapie Reyes" userId="309149dc-34a8-49d1-99c8-c59f962893a7" providerId="ADAL" clId="{0AEF9819-1D73-4960-8528-8D0F47F8C996}" dt="2025-08-26T00:55:39.956" v="991"/>
        <pc:sldMkLst>
          <pc:docMk/>
          <pc:sldMk cId="12484269" sldId="2921"/>
        </pc:sldMkLst>
        <pc:spChg chg="mod">
          <ac:chgData name="Roberto Carlos Hincapie Reyes" userId="309149dc-34a8-49d1-99c8-c59f962893a7" providerId="ADAL" clId="{0AEF9819-1D73-4960-8528-8D0F47F8C996}" dt="2025-08-25T19:50:30.854" v="718" actId="20577"/>
          <ac:spMkLst>
            <pc:docMk/>
            <pc:sldMk cId="12484269" sldId="2921"/>
            <ac:spMk id="2" creationId="{A6CDD5C8-D5F7-4B1D-B5F9-BEE4FD73ECDD}"/>
          </ac:spMkLst>
        </pc:spChg>
        <pc:spChg chg="mod">
          <ac:chgData name="Roberto Carlos Hincapie Reyes" userId="309149dc-34a8-49d1-99c8-c59f962893a7" providerId="ADAL" clId="{0AEF9819-1D73-4960-8528-8D0F47F8C996}" dt="2025-08-25T19:51:31.354" v="732" actId="27636"/>
          <ac:spMkLst>
            <pc:docMk/>
            <pc:sldMk cId="12484269" sldId="2921"/>
            <ac:spMk id="3" creationId="{509B64DC-5B49-4651-B7F6-A2FA6D52126B}"/>
          </ac:spMkLst>
        </pc:spChg>
        <pc:spChg chg="add del">
          <ac:chgData name="Roberto Carlos Hincapie Reyes" userId="309149dc-34a8-49d1-99c8-c59f962893a7" providerId="ADAL" clId="{0AEF9819-1D73-4960-8528-8D0F47F8C996}" dt="2025-08-26T00:55:39.596" v="990" actId="478"/>
          <ac:spMkLst>
            <pc:docMk/>
            <pc:sldMk cId="12484269" sldId="2921"/>
            <ac:spMk id="5" creationId="{148FAE90-692E-4788-9783-0D760140A34D}"/>
          </ac:spMkLst>
        </pc:spChg>
        <pc:spChg chg="add">
          <ac:chgData name="Roberto Carlos Hincapie Reyes" userId="309149dc-34a8-49d1-99c8-c59f962893a7" providerId="ADAL" clId="{0AEF9819-1D73-4960-8528-8D0F47F8C996}" dt="2025-08-26T00:55:39.956" v="991"/>
          <ac:spMkLst>
            <pc:docMk/>
            <pc:sldMk cId="12484269" sldId="2921"/>
            <ac:spMk id="6" creationId="{FD59A088-D90E-4E0A-B610-9B08F47DE26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0.490" v="1597"/>
        <pc:sldMkLst>
          <pc:docMk/>
          <pc:sldMk cId="2750048483" sldId="2922"/>
        </pc:sldMkLst>
        <pc:spChg chg="mod">
          <ac:chgData name="Roberto Carlos Hincapie Reyes" userId="309149dc-34a8-49d1-99c8-c59f962893a7" providerId="ADAL" clId="{0AEF9819-1D73-4960-8528-8D0F47F8C996}" dt="2025-08-25T21:40:19.195" v="747" actId="20577"/>
          <ac:spMkLst>
            <pc:docMk/>
            <pc:sldMk cId="2750048483" sldId="2922"/>
            <ac:spMk id="2" creationId="{5059C48F-66B7-4753-8470-A16C06BA4909}"/>
          </ac:spMkLst>
        </pc:spChg>
        <pc:spChg chg="mod">
          <ac:chgData name="Roberto Carlos Hincapie Reyes" userId="309149dc-34a8-49d1-99c8-c59f962893a7" providerId="ADAL" clId="{0AEF9819-1D73-4960-8528-8D0F47F8C996}" dt="2025-08-25T21:43:44.676" v="850" actId="27636"/>
          <ac:spMkLst>
            <pc:docMk/>
            <pc:sldMk cId="2750048483" sldId="2922"/>
            <ac:spMk id="3" creationId="{40E578BB-18E2-46DE-8FCE-34FC18089D07}"/>
          </ac:spMkLst>
        </pc:spChg>
        <pc:spChg chg="add mod">
          <ac:chgData name="Roberto Carlos Hincapie Reyes" userId="309149dc-34a8-49d1-99c8-c59f962893a7" providerId="ADAL" clId="{0AEF9819-1D73-4960-8528-8D0F47F8C996}" dt="2025-08-25T21:49:45.892" v="886" actId="14100"/>
          <ac:spMkLst>
            <pc:docMk/>
            <pc:sldMk cId="2750048483" sldId="2922"/>
            <ac:spMk id="5" creationId="{A10C95E3-AD5D-48C8-BF7F-5E2933657968}"/>
          </ac:spMkLst>
        </pc:spChg>
        <pc:spChg chg="add">
          <ac:chgData name="Roberto Carlos Hincapie Reyes" userId="309149dc-34a8-49d1-99c8-c59f962893a7" providerId="ADAL" clId="{0AEF9819-1D73-4960-8528-8D0F47F8C996}" dt="2025-08-29T01:15:10.490" v="1597"/>
          <ac:spMkLst>
            <pc:docMk/>
            <pc:sldMk cId="2750048483" sldId="2922"/>
            <ac:spMk id="6" creationId="{EAF3FCE5-A079-4BF2-A881-04D9E745BFFF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9T01:15:11.349" v="1598"/>
        <pc:sldMkLst>
          <pc:docMk/>
          <pc:sldMk cId="3062699834" sldId="2923"/>
        </pc:sldMkLst>
        <pc:spChg chg="add">
          <ac:chgData name="Roberto Carlos Hincapie Reyes" userId="309149dc-34a8-49d1-99c8-c59f962893a7" providerId="ADAL" clId="{0AEF9819-1D73-4960-8528-8D0F47F8C996}" dt="2025-08-29T01:15:11.349" v="1598"/>
          <ac:spMkLst>
            <pc:docMk/>
            <pc:sldMk cId="3062699834" sldId="2923"/>
            <ac:spMk id="7" creationId="{3924C9AE-560A-4A2F-B10F-88AF11C9A40C}"/>
          </ac:spMkLst>
        </pc:spChg>
        <pc:picChg chg="add mod">
          <ac:chgData name="Roberto Carlos Hincapie Reyes" userId="309149dc-34a8-49d1-99c8-c59f962893a7" providerId="ADAL" clId="{0AEF9819-1D73-4960-8528-8D0F47F8C996}" dt="2025-08-25T21:51:07.650" v="889" actId="1076"/>
          <ac:picMkLst>
            <pc:docMk/>
            <pc:sldMk cId="3062699834" sldId="2923"/>
            <ac:picMk id="4098" creationId="{3AA43519-7B9F-4C15-9726-4FC93ED32D7F}"/>
          </ac:picMkLst>
        </pc:picChg>
      </pc:sldChg>
      <pc:sldChg chg="addSp add">
        <pc:chgData name="Roberto Carlos Hincapie Reyes" userId="309149dc-34a8-49d1-99c8-c59f962893a7" providerId="ADAL" clId="{0AEF9819-1D73-4960-8528-8D0F47F8C996}" dt="2025-08-26T01:23:56.552" v="1406"/>
        <pc:sldMkLst>
          <pc:docMk/>
          <pc:sldMk cId="3974543751" sldId="2924"/>
        </pc:sldMkLst>
        <pc:spChg chg="add">
          <ac:chgData name="Roberto Carlos Hincapie Reyes" userId="309149dc-34a8-49d1-99c8-c59f962893a7" providerId="ADAL" clId="{0AEF9819-1D73-4960-8528-8D0F47F8C996}" dt="2025-08-26T01:23:56.552" v="1406"/>
          <ac:spMkLst>
            <pc:docMk/>
            <pc:sldMk cId="3974543751" sldId="2924"/>
            <ac:spMk id="5" creationId="{F40EF466-9F1A-4FE4-A853-A5C33558C88A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9T01:16:13.062" v="1599"/>
        <pc:sldMkLst>
          <pc:docMk/>
          <pc:sldMk cId="257060046" sldId="2925"/>
        </pc:sldMkLst>
        <pc:spChg chg="add">
          <ac:chgData name="Roberto Carlos Hincapie Reyes" userId="309149dc-34a8-49d1-99c8-c59f962893a7" providerId="ADAL" clId="{0AEF9819-1D73-4960-8528-8D0F47F8C996}" dt="2025-08-29T01:16:13.062" v="1599"/>
          <ac:spMkLst>
            <pc:docMk/>
            <pc:sldMk cId="257060046" sldId="2925"/>
            <ac:spMk id="5" creationId="{4631FE84-4619-43DD-B676-A88F5765478C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249" v="1398"/>
        <pc:sldMkLst>
          <pc:docMk/>
          <pc:sldMk cId="1321405089" sldId="2926"/>
        </pc:sldMkLst>
        <pc:spChg chg="add">
          <ac:chgData name="Roberto Carlos Hincapie Reyes" userId="309149dc-34a8-49d1-99c8-c59f962893a7" providerId="ADAL" clId="{0AEF9819-1D73-4960-8528-8D0F47F8C996}" dt="2025-08-26T01:23:13.249" v="1398"/>
          <ac:spMkLst>
            <pc:docMk/>
            <pc:sldMk cId="1321405089" sldId="2926"/>
            <ac:spMk id="5" creationId="{E02477DD-58E7-489B-A240-CA0DBB4EBCDD}"/>
          </ac:spMkLst>
        </pc:spChg>
      </pc:sldChg>
      <pc:sldChg chg="addSp add">
        <pc:chgData name="Roberto Carlos Hincapie Reyes" userId="309149dc-34a8-49d1-99c8-c59f962893a7" providerId="ADAL" clId="{0AEF9819-1D73-4960-8528-8D0F47F8C996}" dt="2025-08-26T01:23:13.910" v="1399"/>
        <pc:sldMkLst>
          <pc:docMk/>
          <pc:sldMk cId="789853765" sldId="2927"/>
        </pc:sldMkLst>
        <pc:spChg chg="add">
          <ac:chgData name="Roberto Carlos Hincapie Reyes" userId="309149dc-34a8-49d1-99c8-c59f962893a7" providerId="ADAL" clId="{0AEF9819-1D73-4960-8528-8D0F47F8C996}" dt="2025-08-26T01:23:13.910" v="1399"/>
          <ac:spMkLst>
            <pc:docMk/>
            <pc:sldMk cId="789853765" sldId="2927"/>
            <ac:spMk id="5" creationId="{3D18BC83-639C-48E7-B474-7E361EA99ED1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48.337" v="1577" actId="207"/>
        <pc:sldMkLst>
          <pc:docMk/>
          <pc:sldMk cId="2389645097" sldId="2928"/>
        </pc:sldMkLst>
        <pc:spChg chg="add mod">
          <ac:chgData name="Roberto Carlos Hincapie Reyes" userId="309149dc-34a8-49d1-99c8-c59f962893a7" providerId="ADAL" clId="{0AEF9819-1D73-4960-8528-8D0F47F8C996}" dt="2025-08-26T01:26:48.337" v="1577" actId="207"/>
          <ac:spMkLst>
            <pc:docMk/>
            <pc:sldMk cId="2389645097" sldId="2928"/>
            <ac:spMk id="5" creationId="{A2985459-838A-401A-B2DE-8D3D6B57606F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08.117" v="1585"/>
        <pc:sldMkLst>
          <pc:docMk/>
          <pc:sldMk cId="3885463809" sldId="2929"/>
        </pc:sldMkLst>
        <pc:spChg chg="mod">
          <ac:chgData name="Roberto Carlos Hincapie Reyes" userId="309149dc-34a8-49d1-99c8-c59f962893a7" providerId="ADAL" clId="{0AEF9819-1D73-4960-8528-8D0F47F8C996}" dt="2025-08-26T01:15:42.331" v="1268" actId="20577"/>
          <ac:spMkLst>
            <pc:docMk/>
            <pc:sldMk cId="3885463809" sldId="2929"/>
            <ac:spMk id="2" creationId="{41E81006-D8A1-4EC5-9CC3-801B0A0FCF2F}"/>
          </ac:spMkLst>
        </pc:spChg>
        <pc:spChg chg="mod">
          <ac:chgData name="Roberto Carlos Hincapie Reyes" userId="309149dc-34a8-49d1-99c8-c59f962893a7" providerId="ADAL" clId="{0AEF9819-1D73-4960-8528-8D0F47F8C996}" dt="2025-08-26T01:16:34.540" v="1282" actId="20577"/>
          <ac:spMkLst>
            <pc:docMk/>
            <pc:sldMk cId="3885463809" sldId="2929"/>
            <ac:spMk id="3" creationId="{CE9B6196-66E5-4096-A5DF-B12C4C1366B4}"/>
          </ac:spMkLst>
        </pc:spChg>
        <pc:spChg chg="add del">
          <ac:chgData name="Roberto Carlos Hincapie Reyes" userId="309149dc-34a8-49d1-99c8-c59f962893a7" providerId="ADAL" clId="{0AEF9819-1D73-4960-8528-8D0F47F8C996}" dt="2025-08-26T01:27:07.771" v="1584" actId="478"/>
          <ac:spMkLst>
            <pc:docMk/>
            <pc:sldMk cId="3885463809" sldId="2929"/>
            <ac:spMk id="5" creationId="{23DD71AC-780C-4486-9349-C11CF71CBF76}"/>
          </ac:spMkLst>
        </pc:spChg>
        <pc:spChg chg="add">
          <ac:chgData name="Roberto Carlos Hincapie Reyes" userId="309149dc-34a8-49d1-99c8-c59f962893a7" providerId="ADAL" clId="{0AEF9819-1D73-4960-8528-8D0F47F8C996}" dt="2025-08-26T01:27:08.117" v="1585"/>
          <ac:spMkLst>
            <pc:docMk/>
            <pc:sldMk cId="3885463809" sldId="2929"/>
            <ac:spMk id="6" creationId="{6E512020-772D-4261-9C18-F88489E8969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1.901" v="1587"/>
        <pc:sldMkLst>
          <pc:docMk/>
          <pc:sldMk cId="862132294" sldId="2930"/>
        </pc:sldMkLst>
        <pc:spChg chg="mod">
          <ac:chgData name="Roberto Carlos Hincapie Reyes" userId="309149dc-34a8-49d1-99c8-c59f962893a7" providerId="ADAL" clId="{0AEF9819-1D73-4960-8528-8D0F47F8C996}" dt="2025-08-26T01:16:55.098" v="1316" actId="20577"/>
          <ac:spMkLst>
            <pc:docMk/>
            <pc:sldMk cId="862132294" sldId="2930"/>
            <ac:spMk id="2" creationId="{8C3812CD-01CD-452C-AE26-7113F2E53E79}"/>
          </ac:spMkLst>
        </pc:spChg>
        <pc:spChg chg="add del mod">
          <ac:chgData name="Roberto Carlos Hincapie Reyes" userId="309149dc-34a8-49d1-99c8-c59f962893a7" providerId="ADAL" clId="{0AEF9819-1D73-4960-8528-8D0F47F8C996}" dt="2025-08-26T01:17:47.879" v="1343" actId="27636"/>
          <ac:spMkLst>
            <pc:docMk/>
            <pc:sldMk cId="862132294" sldId="2930"/>
            <ac:spMk id="3" creationId="{F0B2EFC5-C2B9-4A2A-BB71-40EB56C34B3B}"/>
          </ac:spMkLst>
        </pc:spChg>
        <pc:spChg chg="add del">
          <ac:chgData name="Roberto Carlos Hincapie Reyes" userId="309149dc-34a8-49d1-99c8-c59f962893a7" providerId="ADAL" clId="{0AEF9819-1D73-4960-8528-8D0F47F8C996}" dt="2025-08-26T01:16:59.236" v="1318"/>
          <ac:spMkLst>
            <pc:docMk/>
            <pc:sldMk cId="862132294" sldId="2930"/>
            <ac:spMk id="5" creationId="{7B62B442-72F8-46CD-BD92-D749CF4B1DC9}"/>
          </ac:spMkLst>
        </pc:spChg>
        <pc:spChg chg="add del">
          <ac:chgData name="Roberto Carlos Hincapie Reyes" userId="309149dc-34a8-49d1-99c8-c59f962893a7" providerId="ADAL" clId="{0AEF9819-1D73-4960-8528-8D0F47F8C996}" dt="2025-08-26T01:27:11.563" v="1586" actId="478"/>
          <ac:spMkLst>
            <pc:docMk/>
            <pc:sldMk cId="862132294" sldId="2930"/>
            <ac:spMk id="6" creationId="{0C266F37-3942-4843-B01E-EBD54E49323E}"/>
          </ac:spMkLst>
        </pc:spChg>
        <pc:spChg chg="add">
          <ac:chgData name="Roberto Carlos Hincapie Reyes" userId="309149dc-34a8-49d1-99c8-c59f962893a7" providerId="ADAL" clId="{0AEF9819-1D73-4960-8528-8D0F47F8C996}" dt="2025-08-26T01:27:11.901" v="1587"/>
          <ac:spMkLst>
            <pc:docMk/>
            <pc:sldMk cId="862132294" sldId="2930"/>
            <ac:spMk id="7" creationId="{6A5D83A8-75A8-4B4B-AE00-F3D0AE63A154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6T01:27:15.985" v="1589"/>
        <pc:sldMkLst>
          <pc:docMk/>
          <pc:sldMk cId="2225112216" sldId="2931"/>
        </pc:sldMkLst>
        <pc:spChg chg="mod">
          <ac:chgData name="Roberto Carlos Hincapie Reyes" userId="309149dc-34a8-49d1-99c8-c59f962893a7" providerId="ADAL" clId="{0AEF9819-1D73-4960-8528-8D0F47F8C996}" dt="2025-08-26T01:18:04.503" v="1371" actId="20577"/>
          <ac:spMkLst>
            <pc:docMk/>
            <pc:sldMk cId="2225112216" sldId="2931"/>
            <ac:spMk id="2" creationId="{27B6B800-38C9-43CD-AA83-F1D7627157CE}"/>
          </ac:spMkLst>
        </pc:spChg>
        <pc:spChg chg="mod">
          <ac:chgData name="Roberto Carlos Hincapie Reyes" userId="309149dc-34a8-49d1-99c8-c59f962893a7" providerId="ADAL" clId="{0AEF9819-1D73-4960-8528-8D0F47F8C996}" dt="2025-08-26T01:18:41.286" v="1378" actId="20577"/>
          <ac:spMkLst>
            <pc:docMk/>
            <pc:sldMk cId="2225112216" sldId="2931"/>
            <ac:spMk id="3" creationId="{F03B9928-529C-44CA-9D77-16325C6F2738}"/>
          </ac:spMkLst>
        </pc:spChg>
        <pc:spChg chg="add del">
          <ac:chgData name="Roberto Carlos Hincapie Reyes" userId="309149dc-34a8-49d1-99c8-c59f962893a7" providerId="ADAL" clId="{0AEF9819-1D73-4960-8528-8D0F47F8C996}" dt="2025-08-26T01:27:15.645" v="1588" actId="478"/>
          <ac:spMkLst>
            <pc:docMk/>
            <pc:sldMk cId="2225112216" sldId="2931"/>
            <ac:spMk id="5" creationId="{6ACFB23E-26AC-4844-9080-BA5C4FBA04C3}"/>
          </ac:spMkLst>
        </pc:spChg>
        <pc:spChg chg="add">
          <ac:chgData name="Roberto Carlos Hincapie Reyes" userId="309149dc-34a8-49d1-99c8-c59f962893a7" providerId="ADAL" clId="{0AEF9819-1D73-4960-8528-8D0F47F8C996}" dt="2025-08-26T01:27:15.985" v="1589"/>
          <ac:spMkLst>
            <pc:docMk/>
            <pc:sldMk cId="2225112216" sldId="2931"/>
            <ac:spMk id="6" creationId="{9372C163-CA22-4202-8A68-658918135C12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2.549" v="1573"/>
        <pc:sldMkLst>
          <pc:docMk/>
          <pc:sldMk cId="2615446275" sldId="2932"/>
        </pc:sldMkLst>
        <pc:spChg chg="mod">
          <ac:chgData name="Roberto Carlos Hincapie Reyes" userId="309149dc-34a8-49d1-99c8-c59f962893a7" providerId="ADAL" clId="{0AEF9819-1D73-4960-8528-8D0F47F8C996}" dt="2025-08-26T01:25:15.819" v="1458" actId="20577"/>
          <ac:spMkLst>
            <pc:docMk/>
            <pc:sldMk cId="2615446275" sldId="2932"/>
            <ac:spMk id="2" creationId="{1390C981-965A-419B-8DB5-960C58B9F5B5}"/>
          </ac:spMkLst>
        </pc:spChg>
        <pc:spChg chg="mod">
          <ac:chgData name="Roberto Carlos Hincapie Reyes" userId="309149dc-34a8-49d1-99c8-c59f962893a7" providerId="ADAL" clId="{0AEF9819-1D73-4960-8528-8D0F47F8C996}" dt="2025-08-26T01:25:29.093" v="1497" actId="20577"/>
          <ac:spMkLst>
            <pc:docMk/>
            <pc:sldMk cId="2615446275" sldId="2932"/>
            <ac:spMk id="3" creationId="{65B2B282-F8B0-47E6-84F3-DC85BF4C21F3}"/>
          </ac:spMkLst>
        </pc:spChg>
        <pc:spChg chg="add">
          <ac:chgData name="Roberto Carlos Hincapie Reyes" userId="309149dc-34a8-49d1-99c8-c59f962893a7" providerId="ADAL" clId="{0AEF9819-1D73-4960-8528-8D0F47F8C996}" dt="2025-08-26T01:26:22.549" v="1573"/>
          <ac:spMkLst>
            <pc:docMk/>
            <pc:sldMk cId="2615446275" sldId="2932"/>
            <ac:spMk id="5" creationId="{5B0C9DAE-25D0-4639-BCD9-28A3E095FEFB}"/>
          </ac:spMkLst>
        </pc:spChg>
      </pc:sldChg>
      <pc:sldChg chg="addSp modSp add">
        <pc:chgData name="Roberto Carlos Hincapie Reyes" userId="309149dc-34a8-49d1-99c8-c59f962893a7" providerId="ADAL" clId="{0AEF9819-1D73-4960-8528-8D0F47F8C996}" dt="2025-08-26T01:26:23.493" v="1574"/>
        <pc:sldMkLst>
          <pc:docMk/>
          <pc:sldMk cId="1496044162" sldId="2933"/>
        </pc:sldMkLst>
        <pc:spChg chg="mod">
          <ac:chgData name="Roberto Carlos Hincapie Reyes" userId="309149dc-34a8-49d1-99c8-c59f962893a7" providerId="ADAL" clId="{0AEF9819-1D73-4960-8528-8D0F47F8C996}" dt="2025-08-26T01:25:43.661" v="1515" actId="20577"/>
          <ac:spMkLst>
            <pc:docMk/>
            <pc:sldMk cId="1496044162" sldId="2933"/>
            <ac:spMk id="2" creationId="{01BE1BEA-E791-45BF-99E1-CE45BAD5C4D7}"/>
          </ac:spMkLst>
        </pc:spChg>
        <pc:spChg chg="mod">
          <ac:chgData name="Roberto Carlos Hincapie Reyes" userId="309149dc-34a8-49d1-99c8-c59f962893a7" providerId="ADAL" clId="{0AEF9819-1D73-4960-8528-8D0F47F8C996}" dt="2025-08-26T01:25:57.962" v="1572" actId="20577"/>
          <ac:spMkLst>
            <pc:docMk/>
            <pc:sldMk cId="1496044162" sldId="2933"/>
            <ac:spMk id="3" creationId="{59DFB1C7-85C6-46D9-9315-857307F8B31A}"/>
          </ac:spMkLst>
        </pc:spChg>
        <pc:spChg chg="add">
          <ac:chgData name="Roberto Carlos Hincapie Reyes" userId="309149dc-34a8-49d1-99c8-c59f962893a7" providerId="ADAL" clId="{0AEF9819-1D73-4960-8528-8D0F47F8C996}" dt="2025-08-26T01:26:23.493" v="1574"/>
          <ac:spMkLst>
            <pc:docMk/>
            <pc:sldMk cId="1496044162" sldId="2933"/>
            <ac:spMk id="5" creationId="{3DFEC66B-433D-4D3D-AA88-35B7BADBA9DF}"/>
          </ac:spMkLst>
        </pc:spChg>
      </pc:sldChg>
      <pc:sldChg chg="modSp add">
        <pc:chgData name="Roberto Carlos Hincapie Reyes" userId="309149dc-34a8-49d1-99c8-c59f962893a7" providerId="ADAL" clId="{0AEF9819-1D73-4960-8528-8D0F47F8C996}" dt="2025-08-29T02:02:04.923" v="2198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0AEF9819-1D73-4960-8528-8D0F47F8C996}" dt="2025-08-29T01:25:35.207" v="1641" actId="20577"/>
          <ac:spMkLst>
            <pc:docMk/>
            <pc:sldMk cId="1204776661" sldId="2934"/>
            <ac:spMk id="2" creationId="{A5874D35-4292-41BF-9C10-264BC35028EE}"/>
          </ac:spMkLst>
        </pc:spChg>
        <pc:spChg chg="mod">
          <ac:chgData name="Roberto Carlos Hincapie Reyes" userId="309149dc-34a8-49d1-99c8-c59f962893a7" providerId="ADAL" clId="{0AEF9819-1D73-4960-8528-8D0F47F8C996}" dt="2025-08-29T02:02:04.923" v="2198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 add">
        <pc:chgData name="Roberto Carlos Hincapie Reyes" userId="309149dc-34a8-49d1-99c8-c59f962893a7" providerId="ADAL" clId="{0AEF9819-1D73-4960-8528-8D0F47F8C996}" dt="2025-08-29T01:38:41.925" v="1996" actId="27636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0AEF9819-1D73-4960-8528-8D0F47F8C996}" dt="2025-08-29T01:35:26.274" v="1787" actId="20577"/>
          <ac:spMkLst>
            <pc:docMk/>
            <pc:sldMk cId="2708141910" sldId="2935"/>
            <ac:spMk id="2" creationId="{25E177C4-AB2D-472D-BBA8-2C61E911879E}"/>
          </ac:spMkLst>
        </pc:spChg>
        <pc:spChg chg="mod">
          <ac:chgData name="Roberto Carlos Hincapie Reyes" userId="309149dc-34a8-49d1-99c8-c59f962893a7" providerId="ADAL" clId="{0AEF9819-1D73-4960-8528-8D0F47F8C996}" dt="2025-08-29T01:38:41.925" v="1996" actId="27636"/>
          <ac:spMkLst>
            <pc:docMk/>
            <pc:sldMk cId="2708141910" sldId="2935"/>
            <ac:spMk id="3" creationId="{6BBD9F47-1D12-4DD6-B81D-FCD0D7020B52}"/>
          </ac:spMkLst>
        </pc:spChg>
        <pc:picChg chg="add mod">
          <ac:chgData name="Roberto Carlos Hincapie Reyes" userId="309149dc-34a8-49d1-99c8-c59f962893a7" providerId="ADAL" clId="{0AEF9819-1D73-4960-8528-8D0F47F8C996}" dt="2025-08-29T01:38:36.959" v="1994" actId="1076"/>
          <ac:picMkLst>
            <pc:docMk/>
            <pc:sldMk cId="2708141910" sldId="2935"/>
            <ac:picMk id="5" creationId="{F5C3A34D-3686-42BE-9FCE-D7532855AECE}"/>
          </ac:picMkLst>
        </pc:picChg>
        <pc:picChg chg="add mod">
          <ac:chgData name="Roberto Carlos Hincapie Reyes" userId="309149dc-34a8-49d1-99c8-c59f962893a7" providerId="ADAL" clId="{0AEF9819-1D73-4960-8528-8D0F47F8C996}" dt="2025-08-29T01:38:32.049" v="1992" actId="1076"/>
          <ac:picMkLst>
            <pc:docMk/>
            <pc:sldMk cId="2708141910" sldId="2935"/>
            <ac:picMk id="1026" creationId="{8CF9AD1A-FD5B-400F-9B4B-EAE6D0A58BE4}"/>
          </ac:picMkLst>
        </pc:picChg>
        <pc:picChg chg="add del">
          <ac:chgData name="Roberto Carlos Hincapie Reyes" userId="309149dc-34a8-49d1-99c8-c59f962893a7" providerId="ADAL" clId="{0AEF9819-1D73-4960-8528-8D0F47F8C996}" dt="2025-08-29T01:36:35.712" v="1806"/>
          <ac:picMkLst>
            <pc:docMk/>
            <pc:sldMk cId="2708141910" sldId="2935"/>
            <ac:picMk id="1028" creationId="{137EA0B0-39A1-446E-A72D-84BB6D0D56B2}"/>
          </ac:picMkLst>
        </pc:picChg>
        <pc:picChg chg="del mod">
          <ac:chgData name="Roberto Carlos Hincapie Reyes" userId="309149dc-34a8-49d1-99c8-c59f962893a7" providerId="ADAL" clId="{0AEF9819-1D73-4960-8528-8D0F47F8C996}" dt="2025-08-29T01:35:30.481" v="1789" actId="478"/>
          <ac:picMkLst>
            <pc:docMk/>
            <pc:sldMk cId="2708141910" sldId="2935"/>
            <ac:picMk id="3074" creationId="{9CD59C7A-8AE5-4E35-B3A9-09891D482428}"/>
          </ac:picMkLst>
        </pc:picChg>
      </pc:sldChg>
      <pc:sldChg chg="modSp add">
        <pc:chgData name="Roberto Carlos Hincapie Reyes" userId="309149dc-34a8-49d1-99c8-c59f962893a7" providerId="ADAL" clId="{0AEF9819-1D73-4960-8528-8D0F47F8C996}" dt="2025-08-29T02:03:39.683" v="2218" actId="404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0AEF9819-1D73-4960-8528-8D0F47F8C996}" dt="2025-08-29T02:03:09.672" v="2211" actId="20577"/>
          <ac:spMkLst>
            <pc:docMk/>
            <pc:sldMk cId="13104918" sldId="2936"/>
            <ac:spMk id="2" creationId="{C6117F29-41ED-4AE8-BF73-B4308B8D9C87}"/>
          </ac:spMkLst>
        </pc:spChg>
        <pc:spChg chg="mod">
          <ac:chgData name="Roberto Carlos Hincapie Reyes" userId="309149dc-34a8-49d1-99c8-c59f962893a7" providerId="ADAL" clId="{0AEF9819-1D73-4960-8528-8D0F47F8C996}" dt="2025-08-29T02:03:39.683" v="2218" actId="404"/>
          <ac:spMkLst>
            <pc:docMk/>
            <pc:sldMk cId="13104918" sldId="2936"/>
            <ac:spMk id="3" creationId="{7AC69B61-17FF-4C41-B39E-E395D7FAD839}"/>
          </ac:spMkLst>
        </pc:spChg>
      </pc:sldChg>
    </pc:docChg>
  </pc:docChgLst>
  <pc:docChgLst>
    <pc:chgData name="Roberto Carlos Hincapie Reyes" userId="309149dc-34a8-49d1-99c8-c59f962893a7" providerId="ADAL" clId="{81814F3C-E5A2-4067-8CE7-394780388317}"/>
    <pc:docChg chg="undo custSel addSld delSld modSld">
      <pc:chgData name="Roberto Carlos Hincapie Reyes" userId="309149dc-34a8-49d1-99c8-c59f962893a7" providerId="ADAL" clId="{81814F3C-E5A2-4067-8CE7-394780388317}" dt="2025-08-30T12:28:36.344" v="2330" actId="20577"/>
      <pc:docMkLst>
        <pc:docMk/>
      </pc:docMkLst>
      <pc:sldChg chg="modSp">
        <pc:chgData name="Roberto Carlos Hincapie Reyes" userId="309149dc-34a8-49d1-99c8-c59f962893a7" providerId="ADAL" clId="{81814F3C-E5A2-4067-8CE7-394780388317}" dt="2025-08-29T20:03:12.740" v="261" actId="20577"/>
        <pc:sldMkLst>
          <pc:docMk/>
          <pc:sldMk cId="955997518" sldId="2849"/>
        </pc:sldMkLst>
        <pc:spChg chg="mod">
          <ac:chgData name="Roberto Carlos Hincapie Reyes" userId="309149dc-34a8-49d1-99c8-c59f962893a7" providerId="ADAL" clId="{81814F3C-E5A2-4067-8CE7-394780388317}" dt="2025-08-29T20:03:12.740" v="261" actId="20577"/>
          <ac:spMkLst>
            <pc:docMk/>
            <pc:sldMk cId="955997518" sldId="2849"/>
            <ac:spMk id="3" creationId="{ECA46374-BB5A-46B4-828C-81326AC6FD39}"/>
          </ac:spMkLst>
        </pc:spChg>
      </pc:sldChg>
      <pc:sldChg chg="modSp">
        <pc:chgData name="Roberto Carlos Hincapie Reyes" userId="309149dc-34a8-49d1-99c8-c59f962893a7" providerId="ADAL" clId="{81814F3C-E5A2-4067-8CE7-394780388317}" dt="2025-08-29T20:34:19.175" v="829" actId="20577"/>
        <pc:sldMkLst>
          <pc:docMk/>
          <pc:sldMk cId="3283048588" sldId="2866"/>
        </pc:sldMkLst>
        <pc:spChg chg="mod">
          <ac:chgData name="Roberto Carlos Hincapie Reyes" userId="309149dc-34a8-49d1-99c8-c59f962893a7" providerId="ADAL" clId="{81814F3C-E5A2-4067-8CE7-394780388317}" dt="2025-08-29T20:34:19.175" v="829" actId="20577"/>
          <ac:spMkLst>
            <pc:docMk/>
            <pc:sldMk cId="3283048588" sldId="2866"/>
            <ac:spMk id="7" creationId="{0CB651D2-5009-4953-8233-C3B99CD14A57}"/>
          </ac:spMkLst>
        </pc:spChg>
      </pc:sldChg>
      <pc:sldChg chg="modSp add del">
        <pc:chgData name="Roberto Carlos Hincapie Reyes" userId="309149dc-34a8-49d1-99c8-c59f962893a7" providerId="ADAL" clId="{81814F3C-E5A2-4067-8CE7-394780388317}" dt="2025-08-29T21:48:44.417" v="1216" actId="27636"/>
        <pc:sldMkLst>
          <pc:docMk/>
          <pc:sldMk cId="306304291" sldId="2871"/>
        </pc:sldMkLst>
        <pc:spChg chg="mod">
          <ac:chgData name="Roberto Carlos Hincapie Reyes" userId="309149dc-34a8-49d1-99c8-c59f962893a7" providerId="ADAL" clId="{81814F3C-E5A2-4067-8CE7-394780388317}" dt="2025-08-29T21:48:44.417" v="1216" actId="27636"/>
          <ac:spMkLst>
            <pc:docMk/>
            <pc:sldMk cId="306304291" sldId="2871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29T20:10:26.113" v="422" actId="14100"/>
        <pc:sldMkLst>
          <pc:docMk/>
          <pc:sldMk cId="3273312906" sldId="2913"/>
        </pc:sldMkLst>
        <pc:spChg chg="mod">
          <ac:chgData name="Roberto Carlos Hincapie Reyes" userId="309149dc-34a8-49d1-99c8-c59f962893a7" providerId="ADAL" clId="{81814F3C-E5A2-4067-8CE7-394780388317}" dt="2025-08-29T20:09:52.903" v="417" actId="20577"/>
          <ac:spMkLst>
            <pc:docMk/>
            <pc:sldMk cId="3273312906" sldId="2913"/>
            <ac:spMk id="3" creationId="{0B87B822-6042-46C2-8C3D-3DC4B2F0221B}"/>
          </ac:spMkLst>
        </pc:spChg>
        <pc:cxnChg chg="add mod">
          <ac:chgData name="Roberto Carlos Hincapie Reyes" userId="309149dc-34a8-49d1-99c8-c59f962893a7" providerId="ADAL" clId="{81814F3C-E5A2-4067-8CE7-394780388317}" dt="2025-08-29T20:10:26.113" v="422" actId="14100"/>
          <ac:cxnSpMkLst>
            <pc:docMk/>
            <pc:sldMk cId="3273312906" sldId="2913"/>
            <ac:cxnSpMk id="28" creationId="{D6675FCF-F651-4EBF-AFD5-FBD709CF731D}"/>
          </ac:cxnSpMkLst>
        </pc:cxnChg>
        <pc:cxnChg chg="mod">
          <ac:chgData name="Roberto Carlos Hincapie Reyes" userId="309149dc-34a8-49d1-99c8-c59f962893a7" providerId="ADAL" clId="{81814F3C-E5A2-4067-8CE7-394780388317}" dt="2025-08-29T20:10:13.223" v="418" actId="14100"/>
          <ac:cxnSpMkLst>
            <pc:docMk/>
            <pc:sldMk cId="3273312906" sldId="2913"/>
            <ac:cxnSpMk id="33" creationId="{7821FAC8-FA4C-4137-8E44-5B011F1EFE67}"/>
          </ac:cxnSpMkLst>
        </pc:cxnChg>
      </pc:sldChg>
      <pc:sldChg chg="modSp">
        <pc:chgData name="Roberto Carlos Hincapie Reyes" userId="309149dc-34a8-49d1-99c8-c59f962893a7" providerId="ADAL" clId="{81814F3C-E5A2-4067-8CE7-394780388317}" dt="2025-08-29T20:29:43.430" v="827" actId="207"/>
        <pc:sldMkLst>
          <pc:docMk/>
          <pc:sldMk cId="1483798471" sldId="2915"/>
        </pc:sldMkLst>
        <pc:graphicFrameChg chg="mod modGraphic">
          <ac:chgData name="Roberto Carlos Hincapie Reyes" userId="309149dc-34a8-49d1-99c8-c59f962893a7" providerId="ADAL" clId="{81814F3C-E5A2-4067-8CE7-394780388317}" dt="2025-08-29T20:29:43.430" v="827" actId="207"/>
          <ac:graphicFrameMkLst>
            <pc:docMk/>
            <pc:sldMk cId="1483798471" sldId="2915"/>
            <ac:graphicFrameMk id="5" creationId="{240C63DE-C54C-402D-8FE0-348880773D14}"/>
          </ac:graphicFrameMkLst>
        </pc:graphicFrameChg>
      </pc:sldChg>
      <pc:sldChg chg="modSp">
        <pc:chgData name="Roberto Carlos Hincapie Reyes" userId="309149dc-34a8-49d1-99c8-c59f962893a7" providerId="ADAL" clId="{81814F3C-E5A2-4067-8CE7-394780388317}" dt="2025-08-30T12:28:36.344" v="2330" actId="20577"/>
        <pc:sldMkLst>
          <pc:docMk/>
          <pc:sldMk cId="1204776661" sldId="2934"/>
        </pc:sldMkLst>
        <pc:spChg chg="mod">
          <ac:chgData name="Roberto Carlos Hincapie Reyes" userId="309149dc-34a8-49d1-99c8-c59f962893a7" providerId="ADAL" clId="{81814F3C-E5A2-4067-8CE7-394780388317}" dt="2025-08-30T12:28:36.344" v="2330" actId="20577"/>
          <ac:spMkLst>
            <pc:docMk/>
            <pc:sldMk cId="1204776661" sldId="2934"/>
            <ac:spMk id="3" creationId="{ECA46374-BB5A-46B4-828C-81326AC6FD39}"/>
          </ac:spMkLst>
        </pc:spChg>
      </pc:sldChg>
      <pc:sldChg chg="addSp delSp modSp">
        <pc:chgData name="Roberto Carlos Hincapie Reyes" userId="309149dc-34a8-49d1-99c8-c59f962893a7" providerId="ADAL" clId="{81814F3C-E5A2-4067-8CE7-394780388317}" dt="2025-08-30T12:03:25.117" v="1966" actId="403"/>
        <pc:sldMkLst>
          <pc:docMk/>
          <pc:sldMk cId="2708141910" sldId="2935"/>
        </pc:sldMkLst>
        <pc:spChg chg="mod">
          <ac:chgData name="Roberto Carlos Hincapie Reyes" userId="309149dc-34a8-49d1-99c8-c59f962893a7" providerId="ADAL" clId="{81814F3C-E5A2-4067-8CE7-394780388317}" dt="2025-08-29T20:15:07.269" v="436" actId="20577"/>
          <ac:spMkLst>
            <pc:docMk/>
            <pc:sldMk cId="2708141910" sldId="2935"/>
            <ac:spMk id="2" creationId="{25E177C4-AB2D-472D-BBA8-2C61E911879E}"/>
          </ac:spMkLst>
        </pc:spChg>
        <pc:spChg chg="add mod">
          <ac:chgData name="Roberto Carlos Hincapie Reyes" userId="309149dc-34a8-49d1-99c8-c59f962893a7" providerId="ADAL" clId="{81814F3C-E5A2-4067-8CE7-394780388317}" dt="2025-08-30T12:03:25.117" v="1966" actId="403"/>
          <ac:spMkLst>
            <pc:docMk/>
            <pc:sldMk cId="2708141910" sldId="2935"/>
            <ac:spMk id="6" creationId="{792E7CF6-C544-49D7-8D25-38D991C4D862}"/>
          </ac:spMkLst>
        </pc:spChg>
        <pc:spChg chg="del">
          <ac:chgData name="Roberto Carlos Hincapie Reyes" userId="309149dc-34a8-49d1-99c8-c59f962893a7" providerId="ADAL" clId="{81814F3C-E5A2-4067-8CE7-394780388317}" dt="2025-08-29T20:16:09.419" v="437" actId="478"/>
          <ac:spMkLst>
            <pc:docMk/>
            <pc:sldMk cId="2708141910" sldId="2935"/>
            <ac:spMk id="6" creationId="{BC0BECB4-75A9-48AA-B17F-83E35CF7C5AC}"/>
          </ac:spMkLst>
        </pc:spChg>
        <pc:spChg chg="add">
          <ac:chgData name="Roberto Carlos Hincapie Reyes" userId="309149dc-34a8-49d1-99c8-c59f962893a7" providerId="ADAL" clId="{81814F3C-E5A2-4067-8CE7-394780388317}" dt="2025-08-29T20:16:09.779" v="438"/>
          <ac:spMkLst>
            <pc:docMk/>
            <pc:sldMk cId="2708141910" sldId="2935"/>
            <ac:spMk id="8" creationId="{9C093621-8D0D-46C6-912C-2328B648D414}"/>
          </ac:spMkLst>
        </pc:spChg>
      </pc:sldChg>
      <pc:sldChg chg="addSp modSp">
        <pc:chgData name="Roberto Carlos Hincapie Reyes" userId="309149dc-34a8-49d1-99c8-c59f962893a7" providerId="ADAL" clId="{81814F3C-E5A2-4067-8CE7-394780388317}" dt="2025-08-30T12:28:04.146" v="2315" actId="20577"/>
        <pc:sldMkLst>
          <pc:docMk/>
          <pc:sldMk cId="13104918" sldId="2936"/>
        </pc:sldMkLst>
        <pc:spChg chg="mod">
          <ac:chgData name="Roberto Carlos Hincapie Reyes" userId="309149dc-34a8-49d1-99c8-c59f962893a7" providerId="ADAL" clId="{81814F3C-E5A2-4067-8CE7-394780388317}" dt="2025-08-30T12:28:04.146" v="2315" actId="20577"/>
          <ac:spMkLst>
            <pc:docMk/>
            <pc:sldMk cId="13104918" sldId="2936"/>
            <ac:spMk id="3" creationId="{7AC69B61-17FF-4C41-B39E-E395D7FAD839}"/>
          </ac:spMkLst>
        </pc:spChg>
        <pc:spChg chg="add">
          <ac:chgData name="Roberto Carlos Hincapie Reyes" userId="309149dc-34a8-49d1-99c8-c59f962893a7" providerId="ADAL" clId="{81814F3C-E5A2-4067-8CE7-394780388317}" dt="2025-08-29T21:24:47.441" v="1023"/>
          <ac:spMkLst>
            <pc:docMk/>
            <pc:sldMk cId="13104918" sldId="2936"/>
            <ac:spMk id="5" creationId="{4BA9B9C1-0BA6-4145-B7A8-30E2DB22FE95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2:15:47.838" v="1982" actId="20577"/>
        <pc:sldMkLst>
          <pc:docMk/>
          <pc:sldMk cId="937833394" sldId="2938"/>
        </pc:sldMkLst>
        <pc:spChg chg="mod">
          <ac:chgData name="Roberto Carlos Hincapie Reyes" userId="309149dc-34a8-49d1-99c8-c59f962893a7" providerId="ADAL" clId="{81814F3C-E5A2-4067-8CE7-394780388317}" dt="2025-08-29T20:20:37.383" v="507" actId="20577"/>
          <ac:spMkLst>
            <pc:docMk/>
            <pc:sldMk cId="937833394" sldId="2938"/>
            <ac:spMk id="2" creationId="{26B1986D-39B3-4FBB-9207-C4FE5DA74132}"/>
          </ac:spMkLst>
        </pc:spChg>
        <pc:spChg chg="mod">
          <ac:chgData name="Roberto Carlos Hincapie Reyes" userId="309149dc-34a8-49d1-99c8-c59f962893a7" providerId="ADAL" clId="{81814F3C-E5A2-4067-8CE7-394780388317}" dt="2025-08-30T12:15:47.838" v="1982" actId="20577"/>
          <ac:spMkLst>
            <pc:docMk/>
            <pc:sldMk cId="937833394" sldId="2938"/>
            <ac:spMk id="3" creationId="{EF2E5B17-A8CF-4A3B-8E82-5C6BD57CD96A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1:53:25.727" v="1760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81814F3C-E5A2-4067-8CE7-394780388317}" dt="2025-08-29T21:53:25.727" v="1760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29T22:20:35.356" v="1888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81814F3C-E5A2-4067-8CE7-394780388317}" dt="2025-08-29T22:20:35.356" v="1888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3:53.433" v="1936" actId="20577"/>
        <pc:sldMkLst>
          <pc:docMk/>
          <pc:sldMk cId="3384440018" sldId="2941"/>
        </pc:sldMkLst>
        <pc:spChg chg="mod">
          <ac:chgData name="Roberto Carlos Hincapie Reyes" userId="309149dc-34a8-49d1-99c8-c59f962893a7" providerId="ADAL" clId="{81814F3C-E5A2-4067-8CE7-394780388317}" dt="2025-08-30T11:43:12.082" v="1919" actId="20577"/>
          <ac:spMkLst>
            <pc:docMk/>
            <pc:sldMk cId="3384440018" sldId="2941"/>
            <ac:spMk id="2" creationId="{5489ED70-BE4A-4A41-894C-B503F9489EA9}"/>
          </ac:spMkLst>
        </pc:spChg>
        <pc:spChg chg="mod">
          <ac:chgData name="Roberto Carlos Hincapie Reyes" userId="309149dc-34a8-49d1-99c8-c59f962893a7" providerId="ADAL" clId="{81814F3C-E5A2-4067-8CE7-394780388317}" dt="2025-08-30T11:43:53.433" v="1936" actId="20577"/>
          <ac:spMkLst>
            <pc:docMk/>
            <pc:sldMk cId="3384440018" sldId="2941"/>
            <ac:spMk id="3" creationId="{E9B0B737-E52A-417C-917E-7BEB6F9720FB}"/>
          </ac:spMkLst>
        </pc:spChg>
      </pc:sldChg>
      <pc:sldChg chg="modSp add">
        <pc:chgData name="Roberto Carlos Hincapie Reyes" userId="309149dc-34a8-49d1-99c8-c59f962893a7" providerId="ADAL" clId="{81814F3C-E5A2-4067-8CE7-394780388317}" dt="2025-08-30T11:44:48.702" v="1961" actId="20577"/>
        <pc:sldMkLst>
          <pc:docMk/>
          <pc:sldMk cId="113844278" sldId="2942"/>
        </pc:sldMkLst>
        <pc:spChg chg="mod">
          <ac:chgData name="Roberto Carlos Hincapie Reyes" userId="309149dc-34a8-49d1-99c8-c59f962893a7" providerId="ADAL" clId="{81814F3C-E5A2-4067-8CE7-394780388317}" dt="2025-08-30T11:44:48.702" v="1961" actId="20577"/>
          <ac:spMkLst>
            <pc:docMk/>
            <pc:sldMk cId="113844278" sldId="2942"/>
            <ac:spMk id="3" creationId="{E9B0B737-E52A-417C-917E-7BEB6F9720FB}"/>
          </ac:spMkLst>
        </pc:spChg>
      </pc:sldChg>
    </pc:docChg>
  </pc:docChgLst>
  <pc:docChgLst>
    <pc:chgData name="Roberto Carlos Hincapie Reyes" userId="309149dc-34a8-49d1-99c8-c59f962893a7" providerId="ADAL" clId="{6B08038A-76D2-416C-A81C-0151D7FCD81B}"/>
    <pc:docChg chg="undo custSel addSld delSld modSld sldOrd">
      <pc:chgData name="Roberto Carlos Hincapie Reyes" userId="309149dc-34a8-49d1-99c8-c59f962893a7" providerId="ADAL" clId="{6B08038A-76D2-416C-A81C-0151D7FCD81B}" dt="2025-08-25T17:03:12.796" v="1634" actId="20577"/>
      <pc:docMkLst>
        <pc:docMk/>
      </pc:docMkLst>
      <pc:sldChg chg="modSp add">
        <pc:chgData name="Roberto Carlos Hincapie Reyes" userId="309149dc-34a8-49d1-99c8-c59f962893a7" providerId="ADAL" clId="{6B08038A-76D2-416C-A81C-0151D7FCD81B}" dt="2025-08-25T16:58:53.471" v="1089" actId="5793"/>
        <pc:sldMkLst>
          <pc:docMk/>
          <pc:sldMk cId="4205344783" sldId="2908"/>
        </pc:sldMkLst>
        <pc:spChg chg="mod">
          <ac:chgData name="Roberto Carlos Hincapie Reyes" userId="309149dc-34a8-49d1-99c8-c59f962893a7" providerId="ADAL" clId="{6B08038A-76D2-416C-A81C-0151D7FCD81B}" dt="2025-08-25T16:23:18.083" v="34" actId="20577"/>
          <ac:spMkLst>
            <pc:docMk/>
            <pc:sldMk cId="4205344783" sldId="2908"/>
            <ac:spMk id="2" creationId="{60F2EEBF-AEFA-4946-8350-2FDBD384DF87}"/>
          </ac:spMkLst>
        </pc:spChg>
        <pc:spChg chg="mod">
          <ac:chgData name="Roberto Carlos Hincapie Reyes" userId="309149dc-34a8-49d1-99c8-c59f962893a7" providerId="ADAL" clId="{6B08038A-76D2-416C-A81C-0151D7FCD81B}" dt="2025-08-25T16:58:53.471" v="1089" actId="5793"/>
          <ac:spMkLst>
            <pc:docMk/>
            <pc:sldMk cId="4205344783" sldId="2908"/>
            <ac:spMk id="3" creationId="{9DCF102F-782A-433D-9B09-49D58F901FCB}"/>
          </ac:spMkLst>
        </pc:spChg>
      </pc:sldChg>
      <pc:sldChg chg="modSp add">
        <pc:chgData name="Roberto Carlos Hincapie Reyes" userId="309149dc-34a8-49d1-99c8-c59f962893a7" providerId="ADAL" clId="{6B08038A-76D2-416C-A81C-0151D7FCD81B}" dt="2025-08-25T16:43:26.309" v="975" actId="20577"/>
        <pc:sldMkLst>
          <pc:docMk/>
          <pc:sldMk cId="3190240049" sldId="2910"/>
        </pc:sldMkLst>
        <pc:spChg chg="mod">
          <ac:chgData name="Roberto Carlos Hincapie Reyes" userId="309149dc-34a8-49d1-99c8-c59f962893a7" providerId="ADAL" clId="{6B08038A-76D2-416C-A81C-0151D7FCD81B}" dt="2025-08-25T16:29:10.282" v="479" actId="20577"/>
          <ac:spMkLst>
            <pc:docMk/>
            <pc:sldMk cId="3190240049" sldId="2910"/>
            <ac:spMk id="2" creationId="{21420609-A6A5-4B98-B5DA-5CD0691C43BE}"/>
          </ac:spMkLst>
        </pc:spChg>
        <pc:spChg chg="mod">
          <ac:chgData name="Roberto Carlos Hincapie Reyes" userId="309149dc-34a8-49d1-99c8-c59f962893a7" providerId="ADAL" clId="{6B08038A-76D2-416C-A81C-0151D7FCD81B}" dt="2025-08-25T16:43:26.309" v="975" actId="20577"/>
          <ac:spMkLst>
            <pc:docMk/>
            <pc:sldMk cId="3190240049" sldId="2910"/>
            <ac:spMk id="3" creationId="{241D6329-37B9-4E17-9559-32BF71422B79}"/>
          </ac:spMkLst>
        </pc:spChg>
      </pc:sldChg>
    </pc:docChg>
  </pc:docChgLst>
  <pc:docChgLst>
    <pc:chgData name="Roberto Carlos Hincapie Reyes" userId="309149dc-34a8-49d1-99c8-c59f962893a7" providerId="ADAL" clId="{905F2AAE-58DB-4EB8-B05B-1FBEA4FBB111}"/>
    <pc:docChg chg="custSel addSld delSld modSld sldOrd">
      <pc:chgData name="Roberto Carlos Hincapie Reyes" userId="309149dc-34a8-49d1-99c8-c59f962893a7" providerId="ADAL" clId="{905F2AAE-58DB-4EB8-B05B-1FBEA4FBB111}" dt="2025-09-05T03:24:00.870" v="2698" actId="20577"/>
      <pc:docMkLst>
        <pc:docMk/>
      </pc:docMkLst>
      <pc:sldChg chg="modSp">
        <pc:chgData name="Roberto Carlos Hincapie Reyes" userId="309149dc-34a8-49d1-99c8-c59f962893a7" providerId="ADAL" clId="{905F2AAE-58DB-4EB8-B05B-1FBEA4FBB111}" dt="2025-09-05T01:11:16.383" v="33" actId="20577"/>
        <pc:sldMkLst>
          <pc:docMk/>
          <pc:sldMk cId="1255603359" sldId="2870"/>
        </pc:sldMkLst>
        <pc:spChg chg="mod">
          <ac:chgData name="Roberto Carlos Hincapie Reyes" userId="309149dc-34a8-49d1-99c8-c59f962893a7" providerId="ADAL" clId="{905F2AAE-58DB-4EB8-B05B-1FBEA4FBB111}" dt="2025-09-05T01:11:16.383" v="33" actId="20577"/>
          <ac:spMkLst>
            <pc:docMk/>
            <pc:sldMk cId="1255603359" sldId="2870"/>
            <ac:spMk id="3" creationId="{5FED29CB-3BD2-4EB7-96F8-27A04C1C9606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5:03.818" v="1328" actId="20577"/>
        <pc:sldMkLst>
          <pc:docMk/>
          <pc:sldMk cId="503455602" sldId="2872"/>
        </pc:sldMkLst>
        <pc:spChg chg="mod">
          <ac:chgData name="Roberto Carlos Hincapie Reyes" userId="309149dc-34a8-49d1-99c8-c59f962893a7" providerId="ADAL" clId="{905F2AAE-58DB-4EB8-B05B-1FBEA4FBB111}" dt="2025-09-05T02:15:03.818" v="1328" actId="20577"/>
          <ac:spMkLst>
            <pc:docMk/>
            <pc:sldMk cId="503455602" sldId="2872"/>
            <ac:spMk id="3" creationId="{149B9D74-0E64-4E1C-97BD-6E637882D246}"/>
          </ac:spMkLst>
        </pc:spChg>
      </pc:sldChg>
      <pc:sldChg chg="addSp modSp">
        <pc:chgData name="Roberto Carlos Hincapie Reyes" userId="309149dc-34a8-49d1-99c8-c59f962893a7" providerId="ADAL" clId="{905F2AAE-58DB-4EB8-B05B-1FBEA4FBB111}" dt="2025-09-05T02:25:08.242" v="1808" actId="14100"/>
        <pc:sldMkLst>
          <pc:docMk/>
          <pc:sldMk cId="37091392" sldId="2873"/>
        </pc:sldMkLst>
        <pc:spChg chg="mod">
          <ac:chgData name="Roberto Carlos Hincapie Reyes" userId="309149dc-34a8-49d1-99c8-c59f962893a7" providerId="ADAL" clId="{905F2AAE-58DB-4EB8-B05B-1FBEA4FBB111}" dt="2025-09-05T02:25:08.242" v="1808" actId="14100"/>
          <ac:spMkLst>
            <pc:docMk/>
            <pc:sldMk cId="37091392" sldId="2873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4:58.066" v="1805" actId="1076"/>
          <ac:picMkLst>
            <pc:docMk/>
            <pc:sldMk cId="37091392" sldId="2873"/>
            <ac:picMk id="7" creationId="{7D34AA92-37B1-4B5D-BA7E-8551E80090D3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31:18.132" v="2032" actId="14100"/>
        <pc:sldMkLst>
          <pc:docMk/>
          <pc:sldMk cId="1421016754" sldId="2877"/>
        </pc:sldMkLst>
        <pc:spChg chg="mod">
          <ac:chgData name="Roberto Carlos Hincapie Reyes" userId="309149dc-34a8-49d1-99c8-c59f962893a7" providerId="ADAL" clId="{905F2AAE-58DB-4EB8-B05B-1FBEA4FBB111}" dt="2025-09-05T02:30:51.149" v="2028" actId="58"/>
          <ac:spMkLst>
            <pc:docMk/>
            <pc:sldMk cId="1421016754" sldId="2877"/>
            <ac:spMk id="3" creationId="{D11ABA84-609A-43FC-877D-7399A9838FFA}"/>
          </ac:spMkLst>
        </pc:spChg>
        <pc:picChg chg="mod ord">
          <ac:chgData name="Roberto Carlos Hincapie Reyes" userId="309149dc-34a8-49d1-99c8-c59f962893a7" providerId="ADAL" clId="{905F2AAE-58DB-4EB8-B05B-1FBEA4FBB111}" dt="2025-09-05T02:31:18.132" v="2032" actId="14100"/>
          <ac:picMkLst>
            <pc:docMk/>
            <pc:sldMk cId="1421016754" sldId="2877"/>
            <ac:picMk id="5" creationId="{33FE083B-EA4B-4BE7-A7BF-0E68B45E2A14}"/>
          </ac:picMkLst>
        </pc:picChg>
      </pc:sldChg>
      <pc:sldChg chg="modSp">
        <pc:chgData name="Roberto Carlos Hincapie Reyes" userId="309149dc-34a8-49d1-99c8-c59f962893a7" providerId="ADAL" clId="{905F2AAE-58DB-4EB8-B05B-1FBEA4FBB111}" dt="2025-09-05T02:41:21.899" v="2037" actId="20577"/>
        <pc:sldMkLst>
          <pc:docMk/>
          <pc:sldMk cId="2947566392" sldId="2888"/>
        </pc:sldMkLst>
        <pc:spChg chg="mod">
          <ac:chgData name="Roberto Carlos Hincapie Reyes" userId="309149dc-34a8-49d1-99c8-c59f962893a7" providerId="ADAL" clId="{905F2AAE-58DB-4EB8-B05B-1FBEA4FBB111}" dt="2025-09-05T02:41:21.899" v="2037" actId="20577"/>
          <ac:spMkLst>
            <pc:docMk/>
            <pc:sldMk cId="2947566392" sldId="2888"/>
            <ac:spMk id="3" creationId="{0B9C9BA9-9B36-492E-B5E8-977D34602491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3:01:45.115" v="2039" actId="27636"/>
        <pc:sldMkLst>
          <pc:docMk/>
          <pc:sldMk cId="1590347277" sldId="2895"/>
        </pc:sldMkLst>
        <pc:spChg chg="mod">
          <ac:chgData name="Roberto Carlos Hincapie Reyes" userId="309149dc-34a8-49d1-99c8-c59f962893a7" providerId="ADAL" clId="{905F2AAE-58DB-4EB8-B05B-1FBEA4FBB111}" dt="2025-09-05T03:01:45.115" v="2039" actId="27636"/>
          <ac:spMkLst>
            <pc:docMk/>
            <pc:sldMk cId="1590347277" sldId="2895"/>
            <ac:spMk id="3" creationId="{DB850D77-6B7D-4C36-9A9E-DD0F6DEF4570}"/>
          </ac:spMkLst>
        </pc:spChg>
      </pc:sldChg>
      <pc:sldChg chg="modSp">
        <pc:chgData name="Roberto Carlos Hincapie Reyes" userId="309149dc-34a8-49d1-99c8-c59f962893a7" providerId="ADAL" clId="{905F2AAE-58DB-4EB8-B05B-1FBEA4FBB111}" dt="2025-09-05T02:12:02.920" v="853" actId="20577"/>
        <pc:sldMkLst>
          <pc:docMk/>
          <pc:sldMk cId="1865058654" sldId="2939"/>
        </pc:sldMkLst>
        <pc:spChg chg="mod">
          <ac:chgData name="Roberto Carlos Hincapie Reyes" userId="309149dc-34a8-49d1-99c8-c59f962893a7" providerId="ADAL" clId="{905F2AAE-58DB-4EB8-B05B-1FBEA4FBB111}" dt="2025-09-05T02:12:02.920" v="853" actId="20577"/>
          <ac:spMkLst>
            <pc:docMk/>
            <pc:sldMk cId="1865058654" sldId="2939"/>
            <ac:spMk id="3" creationId="{149B9D74-0E64-4E1C-97BD-6E637882D246}"/>
          </ac:spMkLst>
        </pc:spChg>
      </pc:sldChg>
      <pc:sldChg chg="modSp ord">
        <pc:chgData name="Roberto Carlos Hincapie Reyes" userId="309149dc-34a8-49d1-99c8-c59f962893a7" providerId="ADAL" clId="{905F2AAE-58DB-4EB8-B05B-1FBEA4FBB111}" dt="2025-09-05T02:10:43.640" v="722" actId="20577"/>
        <pc:sldMkLst>
          <pc:docMk/>
          <pc:sldMk cId="2317525106" sldId="2940"/>
        </pc:sldMkLst>
        <pc:spChg chg="mod">
          <ac:chgData name="Roberto Carlos Hincapie Reyes" userId="309149dc-34a8-49d1-99c8-c59f962893a7" providerId="ADAL" clId="{905F2AAE-58DB-4EB8-B05B-1FBEA4FBB111}" dt="2025-09-05T02:10:43.640" v="722" actId="20577"/>
          <ac:spMkLst>
            <pc:docMk/>
            <pc:sldMk cId="2317525106" sldId="2940"/>
            <ac:spMk id="3" creationId="{149B9D74-0E64-4E1C-97BD-6E637882D246}"/>
          </ac:spMkLst>
        </pc:spChg>
      </pc:sldChg>
      <pc:sldChg chg="addSp modSp add">
        <pc:chgData name="Roberto Carlos Hincapie Reyes" userId="309149dc-34a8-49d1-99c8-c59f962893a7" providerId="ADAL" clId="{905F2AAE-58DB-4EB8-B05B-1FBEA4FBB111}" dt="2025-09-05T02:21:13.208" v="1390" actId="27636"/>
        <pc:sldMkLst>
          <pc:docMk/>
          <pc:sldMk cId="2094032864" sldId="2943"/>
        </pc:sldMkLst>
        <pc:spChg chg="mod">
          <ac:chgData name="Roberto Carlos Hincapie Reyes" userId="309149dc-34a8-49d1-99c8-c59f962893a7" providerId="ADAL" clId="{905F2AAE-58DB-4EB8-B05B-1FBEA4FBB111}" dt="2025-09-05T02:19:40.191" v="1373" actId="20577"/>
          <ac:spMkLst>
            <pc:docMk/>
            <pc:sldMk cId="2094032864" sldId="2943"/>
            <ac:spMk id="2" creationId="{AB371C28-DACB-4656-8973-A2072C916B47}"/>
          </ac:spMkLst>
        </pc:spChg>
        <pc:spChg chg="mod">
          <ac:chgData name="Roberto Carlos Hincapie Reyes" userId="309149dc-34a8-49d1-99c8-c59f962893a7" providerId="ADAL" clId="{905F2AAE-58DB-4EB8-B05B-1FBEA4FBB111}" dt="2025-09-05T02:21:13.208" v="1390" actId="27636"/>
          <ac:spMkLst>
            <pc:docMk/>
            <pc:sldMk cId="2094032864" sldId="2943"/>
            <ac:spMk id="3" creationId="{ACDD0C39-60C5-4F68-9EC0-4E45E845B342}"/>
          </ac:spMkLst>
        </pc:spChg>
        <pc:picChg chg="add mod">
          <ac:chgData name="Roberto Carlos Hincapie Reyes" userId="309149dc-34a8-49d1-99c8-c59f962893a7" providerId="ADAL" clId="{905F2AAE-58DB-4EB8-B05B-1FBEA4FBB111}" dt="2025-09-05T02:20:56.343" v="1383" actId="1076"/>
          <ac:picMkLst>
            <pc:docMk/>
            <pc:sldMk cId="2094032864" sldId="2943"/>
            <ac:picMk id="6" creationId="{4E097F81-7E67-457C-BF88-B344911DEB72}"/>
          </ac:picMkLst>
        </pc:picChg>
      </pc:sldChg>
      <pc:sldChg chg="addSp modSp add">
        <pc:chgData name="Roberto Carlos Hincapie Reyes" userId="309149dc-34a8-49d1-99c8-c59f962893a7" providerId="ADAL" clId="{905F2AAE-58DB-4EB8-B05B-1FBEA4FBB111}" dt="2025-09-05T02:27:59.766" v="2027" actId="27636"/>
        <pc:sldMkLst>
          <pc:docMk/>
          <pc:sldMk cId="3746533425" sldId="2944"/>
        </pc:sldMkLst>
        <pc:spChg chg="mod">
          <ac:chgData name="Roberto Carlos Hincapie Reyes" userId="309149dc-34a8-49d1-99c8-c59f962893a7" providerId="ADAL" clId="{905F2AAE-58DB-4EB8-B05B-1FBEA4FBB111}" dt="2025-09-05T02:27:59.766" v="2027" actId="27636"/>
          <ac:spMkLst>
            <pc:docMk/>
            <pc:sldMk cId="3746533425" sldId="2944"/>
            <ac:spMk id="3" creationId="{C1A2AF83-9251-449B-B38B-C1EE2276099E}"/>
          </ac:spMkLst>
        </pc:spChg>
        <pc:picChg chg="add mod">
          <ac:chgData name="Roberto Carlos Hincapie Reyes" userId="309149dc-34a8-49d1-99c8-c59f962893a7" providerId="ADAL" clId="{905F2AAE-58DB-4EB8-B05B-1FBEA4FBB111}" dt="2025-09-05T02:27:13.245" v="1881" actId="14100"/>
          <ac:picMkLst>
            <pc:docMk/>
            <pc:sldMk cId="3746533425" sldId="2944"/>
            <ac:picMk id="1026" creationId="{1F5F82E8-5DB9-4332-A473-87A0FEA7E706}"/>
          </ac:picMkLst>
        </pc:picChg>
      </pc:sldChg>
      <pc:sldChg chg="modSp add">
        <pc:chgData name="Roberto Carlos Hincapie Reyes" userId="309149dc-34a8-49d1-99c8-c59f962893a7" providerId="ADAL" clId="{905F2AAE-58DB-4EB8-B05B-1FBEA4FBB111}" dt="2025-09-05T03:24:00.870" v="2698" actId="20577"/>
        <pc:sldMkLst>
          <pc:docMk/>
          <pc:sldMk cId="3025647432" sldId="2945"/>
        </pc:sldMkLst>
        <pc:spChg chg="mod">
          <ac:chgData name="Roberto Carlos Hincapie Reyes" userId="309149dc-34a8-49d1-99c8-c59f962893a7" providerId="ADAL" clId="{905F2AAE-58DB-4EB8-B05B-1FBEA4FBB111}" dt="2025-09-05T03:02:30.225" v="2053" actId="20577"/>
          <ac:spMkLst>
            <pc:docMk/>
            <pc:sldMk cId="3025647432" sldId="2945"/>
            <ac:spMk id="2" creationId="{A39E60F7-5F84-4ED7-923C-77C1EF92572A}"/>
          </ac:spMkLst>
        </pc:spChg>
        <pc:spChg chg="mod">
          <ac:chgData name="Roberto Carlos Hincapie Reyes" userId="309149dc-34a8-49d1-99c8-c59f962893a7" providerId="ADAL" clId="{905F2AAE-58DB-4EB8-B05B-1FBEA4FBB111}" dt="2025-09-05T03:24:00.870" v="2698" actId="20577"/>
          <ac:spMkLst>
            <pc:docMk/>
            <pc:sldMk cId="3025647432" sldId="2945"/>
            <ac:spMk id="3" creationId="{D3F78F00-64E4-43EB-82C2-16D9C0B716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79B46-EA7A-443F-98A1-1CFE175F3DC6}" type="datetimeFigureOut">
              <a:rPr lang="es-CO" smtClean="0"/>
              <a:t>9/05/26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13A2A-9EA0-4CB8-BF2E-7B14363B3C6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94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6F057-5A94-4241-AE25-116B4C3E6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1B629A-B922-440C-8CB9-C24F93C8B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101CE4-4E78-4E84-99FB-01DB60F3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43A8-55EC-4707-B34E-F025D197E566}" type="datetime1">
              <a:rPr lang="es-CO" smtClean="0"/>
              <a:t>9/05/26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B19166-4626-489F-A94D-61974E38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14C87-2BBB-4137-9986-310C7832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296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6A56-4D3D-43AC-9511-D20431F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0143C-9D1D-4A3E-B917-4276F3E2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643D5E-4956-42E3-B30F-0C729BA2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ED08C-21A1-4459-925F-4AB7494AD6AF}" type="datetime1">
              <a:rPr lang="es-CO" smtClean="0"/>
              <a:t>9/05/26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41F9E-F35A-4083-AE76-58ABC7E0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889D2-B80C-4BE7-9ECA-710CB34A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479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69B73-5CB3-4F41-9C50-4EC279E9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0372C6-EA67-4C53-8BE1-4B6003258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FAD974-A87B-45E7-A873-F4F6E141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ECA2E-499F-4AAE-8024-2701227D37EA}" type="datetime1">
              <a:rPr lang="es-CO" smtClean="0"/>
              <a:t>9/05/26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0FEEA8-B8C4-4BC8-9E4B-03B868F1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7688F-AAC0-48FB-BD3C-5733B9F1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56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AC117-E4A1-449E-B398-16984B19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A25478-0FE0-445C-88A9-363317021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2627DD-744F-4034-B042-891A71B44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294CC5-4E10-4497-802D-290BDC32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FA2D-FBA9-4CC5-948E-C6C46AF1CFAC}" type="datetime1">
              <a:rPr lang="es-CO" smtClean="0"/>
              <a:t>9/05/26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62AEB6-EC33-4F1A-899A-7C3C7EB5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DF33AC-1E8A-4C31-A8CD-8BF5779D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128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FA7AD-2419-4111-8783-3E5DECE6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64" y="1"/>
            <a:ext cx="9134763" cy="97905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AAF941-0900-42EB-B98A-C0D60EE1A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0D3AB1-15F8-44C6-83BB-9C496A01A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20D481-2C9F-4AA2-828E-5FE17081D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6794FD-5EBD-4A91-946C-06941142C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237030-8CBB-442A-88B7-1CC0F67A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88F6-FEFB-4CC4-9AE8-E3FBD5930348}" type="datetime1">
              <a:rPr lang="es-CO" smtClean="0"/>
              <a:t>9/05/26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091530-9A14-485A-B27D-C121D9A4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7F4DF6-EDFE-4E6A-BE17-C5955B56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544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10030-B79A-433C-857A-67B6EAFB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F76598-BA7B-4814-B97B-B8AB07EC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22D-2C78-47AE-9411-DF09F1B23C5C}" type="datetime1">
              <a:rPr lang="es-CO" smtClean="0"/>
              <a:t>9/05/26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13A688-52C9-4EB3-AA08-65F4002B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3C00DA-6D57-4992-98B9-6AB23FF4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48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597461-E8DA-4502-A674-3CF5691B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9942-7877-4E74-8023-51D1A369E009}" type="datetime1">
              <a:rPr lang="es-CO" smtClean="0"/>
              <a:t>9/05/26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4AA0745-61C8-4018-ADD9-8C415D1B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A3AAE3-008A-4BEE-AFAB-B673DB60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60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12185-1B68-4FCB-8559-C640FC1B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BF84F-D59A-4A2D-9F80-6420FEFE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7338CB-ECD3-4527-B49F-C22908A1F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89B0DE-4881-4C3F-B67A-42978D05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0CEB-109D-460C-A8FE-D6830FB86A52}" type="datetime1">
              <a:rPr lang="es-CO" smtClean="0"/>
              <a:t>9/05/26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26F590-9DC2-4566-85A4-B3B25029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0825A-FF18-447C-BC20-84445CF3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146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C4132-D226-4EB5-BC12-4DAEBF97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6DA4F4-0839-4AA2-BACB-732486B8F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855B1D-9C3E-4F60-9C13-43D2F351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D7628F-FB29-4A29-B461-B68DC02B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C093-89F7-4354-A399-E69586B3AAAE}" type="datetime1">
              <a:rPr lang="es-CO" smtClean="0"/>
              <a:t>9/05/26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33ABF4-E8ED-4CE7-8B06-769386AD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C5E254-14CD-4D29-A6FC-4890FD22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457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20B4C-1A8D-4096-A69C-99184476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EDDA0E-C480-422C-8BF6-5C3F02AE1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1CC19-056A-4B19-A60A-65A3838D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5DD1-B6E8-4558-9D0C-CA877C011AB9}" type="datetime1">
              <a:rPr lang="es-CO" smtClean="0"/>
              <a:t>9/05/26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5AF22-028A-4024-9D21-30CA8963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E7324-75AE-4B77-A29E-47233C80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11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0E30B-B765-439C-8336-4041D484A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96FD66-BD40-48A3-947E-48207CDB4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A2805B-7422-433B-A3C4-98F14FCF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641F-8875-4A3B-9605-BBA33BA09F7D}" type="datetime1">
              <a:rPr lang="es-CO" smtClean="0"/>
              <a:t>9/05/26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2F21F-ADB4-456A-98CB-975BF370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CACB9-224D-42BD-BC93-09ED02CD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907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F52AC9C-C773-4270-83CE-A88E06B2645F}"/>
              </a:ext>
            </a:extLst>
          </p:cNvPr>
          <p:cNvSpPr/>
          <p:nvPr userDrawn="1"/>
        </p:nvSpPr>
        <p:spPr>
          <a:xfrm>
            <a:off x="51593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719F2B-009B-41F0-B4FB-6963F3A5226A}"/>
              </a:ext>
            </a:extLst>
          </p:cNvPr>
          <p:cNvSpPr/>
          <p:nvPr userDrawn="1"/>
        </p:nvSpPr>
        <p:spPr>
          <a:xfrm>
            <a:off x="145228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E41219-D661-4570-A7AF-FD6D80F4E556}"/>
              </a:ext>
            </a:extLst>
          </p:cNvPr>
          <p:cNvSpPr/>
          <p:nvPr userDrawn="1"/>
        </p:nvSpPr>
        <p:spPr>
          <a:xfrm>
            <a:off x="238862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E41F61-7C9B-4D58-9247-619AF8B9AD4A}"/>
              </a:ext>
            </a:extLst>
          </p:cNvPr>
          <p:cNvSpPr/>
          <p:nvPr userDrawn="1"/>
        </p:nvSpPr>
        <p:spPr>
          <a:xfrm>
            <a:off x="332496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D5FB48-188D-4094-9D36-FBED0417DB1F}"/>
              </a:ext>
            </a:extLst>
          </p:cNvPr>
          <p:cNvSpPr/>
          <p:nvPr userDrawn="1"/>
        </p:nvSpPr>
        <p:spPr>
          <a:xfrm>
            <a:off x="4261307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C8CEE1A-137C-445D-BEE4-8933E7E20885}"/>
              </a:ext>
            </a:extLst>
          </p:cNvPr>
          <p:cNvSpPr/>
          <p:nvPr userDrawn="1"/>
        </p:nvSpPr>
        <p:spPr>
          <a:xfrm>
            <a:off x="5197649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C06727-A82F-42A4-8AF4-5D76A3824978}"/>
              </a:ext>
            </a:extLst>
          </p:cNvPr>
          <p:cNvSpPr/>
          <p:nvPr userDrawn="1"/>
        </p:nvSpPr>
        <p:spPr>
          <a:xfrm>
            <a:off x="6133991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033FEB-79C2-4BBD-A0C9-93BC31080CA5}"/>
              </a:ext>
            </a:extLst>
          </p:cNvPr>
          <p:cNvSpPr/>
          <p:nvPr userDrawn="1"/>
        </p:nvSpPr>
        <p:spPr>
          <a:xfrm>
            <a:off x="7070333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2C3A6BF-A9DE-4D6F-A9AF-244FD5E63E6E}"/>
              </a:ext>
            </a:extLst>
          </p:cNvPr>
          <p:cNvSpPr/>
          <p:nvPr userDrawn="1"/>
        </p:nvSpPr>
        <p:spPr>
          <a:xfrm>
            <a:off x="8006675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4D6A33-FD16-4244-8A45-D549AD69AD63}"/>
              </a:ext>
            </a:extLst>
          </p:cNvPr>
          <p:cNvSpPr/>
          <p:nvPr userDrawn="1"/>
        </p:nvSpPr>
        <p:spPr>
          <a:xfrm>
            <a:off x="8943018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91344D-A907-47DA-A78D-70DB06B9BDE2}"/>
              </a:ext>
            </a:extLst>
          </p:cNvPr>
          <p:cNvSpPr/>
          <p:nvPr userDrawn="1"/>
        </p:nvSpPr>
        <p:spPr>
          <a:xfrm>
            <a:off x="9879360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94ECB9D-3531-456B-B5D8-EA554E231B3A}"/>
              </a:ext>
            </a:extLst>
          </p:cNvPr>
          <p:cNvSpPr/>
          <p:nvPr userDrawn="1"/>
        </p:nvSpPr>
        <p:spPr>
          <a:xfrm>
            <a:off x="10815702" y="549275"/>
            <a:ext cx="860361" cy="5759450"/>
          </a:xfrm>
          <a:prstGeom prst="rect">
            <a:avLst/>
          </a:prstGeom>
          <a:solidFill>
            <a:srgbClr val="0B4F6C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6D63F8-5C90-45FD-A9A6-D8C975A0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03" y="36094"/>
            <a:ext cx="9152035" cy="8183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8D87C7-0D6A-4B32-ABAA-8FF72DC0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3993"/>
            <a:ext cx="10515600" cy="4992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30C32-0B2F-4263-9688-385E42504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E3624-E68E-4A2B-A326-65DBF28F05D7}" type="datetime1">
              <a:rPr lang="es-CO" smtClean="0"/>
              <a:t>9/05/26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B6928-78D3-4DE1-8CEF-D222811B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9799" y="63712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8D26-FB76-4317-B741-4B6C0B7D076D}" type="slidenum">
              <a:rPr lang="es-CO" smtClean="0"/>
              <a:t>‹#›</a:t>
            </a:fld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BA3C945-6A03-4650-844F-A2113E94EA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79420" y="285236"/>
            <a:ext cx="1536742" cy="476824"/>
            <a:chOff x="8712425" y="285236"/>
            <a:chExt cx="2040845" cy="633238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91C777B-3079-4FDD-85AD-55043C95E800}"/>
                </a:ext>
              </a:extLst>
            </p:cNvPr>
            <p:cNvCxnSpPr>
              <a:cxnSpLocks/>
            </p:cNvCxnSpPr>
            <p:nvPr/>
          </p:nvCxnSpPr>
          <p:spPr>
            <a:xfrm>
              <a:off x="10753270" y="285236"/>
              <a:ext cx="0" cy="633238"/>
            </a:xfrm>
            <a:prstGeom prst="line">
              <a:avLst/>
            </a:prstGeom>
            <a:ln>
              <a:solidFill>
                <a:srgbClr val="CA28B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D62A32C5-E5CF-4E36-8300-5974E7061C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712425" y="285236"/>
              <a:ext cx="1815655" cy="633238"/>
            </a:xfrm>
            <a:prstGeom prst="rect">
              <a:avLst/>
            </a:prstGeom>
          </p:spPr>
        </p:pic>
      </p:grpSp>
      <p:sp>
        <p:nvSpPr>
          <p:cNvPr id="10" name="Rectángulo">
            <a:extLst>
              <a:ext uri="{FF2B5EF4-FFF2-40B4-BE49-F238E27FC236}">
                <a16:creationId xmlns:a16="http://schemas.microsoft.com/office/drawing/2014/main" id="{49B3EC66-430F-446A-8E9D-8390D9ECF459}"/>
              </a:ext>
            </a:extLst>
          </p:cNvPr>
          <p:cNvSpPr/>
          <p:nvPr userDrawn="1"/>
        </p:nvSpPr>
        <p:spPr>
          <a:xfrm>
            <a:off x="257803" y="934775"/>
            <a:ext cx="8842027" cy="45719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9254FB9-31CD-4936-8D0D-F2B42B5446FE}"/>
              </a:ext>
            </a:extLst>
          </p:cNvPr>
          <p:cNvGrpSpPr/>
          <p:nvPr userDrawn="1"/>
        </p:nvGrpSpPr>
        <p:grpSpPr>
          <a:xfrm>
            <a:off x="109318" y="4426712"/>
            <a:ext cx="12131978" cy="2395195"/>
            <a:chOff x="109318" y="4426712"/>
            <a:chExt cx="12131978" cy="2395195"/>
          </a:xfrm>
        </p:grpSpPr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9CD289D9-C585-4D48-A9C8-9315436960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858500" y="6351486"/>
              <a:ext cx="1126758" cy="404637"/>
            </a:xfrm>
            <a:prstGeom prst="rect">
              <a:avLst/>
            </a:prstGeom>
          </p:spPr>
        </p:pic>
        <p:sp>
          <p:nvSpPr>
            <p:cNvPr id="13" name="Subtítulo 2">
              <a:extLst>
                <a:ext uri="{FF2B5EF4-FFF2-40B4-BE49-F238E27FC236}">
                  <a16:creationId xmlns:a16="http://schemas.microsoft.com/office/drawing/2014/main" id="{18D7C0FC-6566-4443-B3FD-E397A875420A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1111157" y="5306920"/>
              <a:ext cx="2010348" cy="249931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venir Next" panose="020B0503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900" dirty="0">
                  <a:solidFill>
                    <a:schemeClr val="bg1">
                      <a:lumMod val="75000"/>
                    </a:schemeClr>
                  </a:solidFill>
                </a:rPr>
                <a:t>Vigilada Mineducación</a:t>
              </a:r>
              <a:endParaRPr lang="es-CO" sz="9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Subtítulo 2">
              <a:extLst>
                <a:ext uri="{FF2B5EF4-FFF2-40B4-BE49-F238E27FC236}">
                  <a16:creationId xmlns:a16="http://schemas.microsoft.com/office/drawing/2014/main" id="{BD034589-CC8B-4AC3-91D1-FC44A0D891E3}"/>
                </a:ext>
              </a:extLst>
            </p:cNvPr>
            <p:cNvSpPr txBox="1">
              <a:spLocks/>
            </p:cNvSpPr>
            <p:nvPr/>
          </p:nvSpPr>
          <p:spPr>
            <a:xfrm>
              <a:off x="109318" y="6514130"/>
              <a:ext cx="2166098" cy="30777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r" defTabSz="1036290" rtl="0" eaLnBrk="1" latinLnBrk="0" hangingPunct="1">
                <a:lnSpc>
                  <a:spcPct val="90000"/>
                </a:lnSpc>
                <a:spcBef>
                  <a:spcPts val="1133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1pPr>
              <a:lvl2pPr marL="518145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267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2pPr>
              <a:lvl3pPr marL="1036290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204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3pPr>
              <a:lvl4pPr marL="155443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4pPr>
              <a:lvl5pPr marL="207257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 Light" panose="020B0304020202020204" pitchFamily="34" charset="0"/>
                  <a:ea typeface="+mn-ea"/>
                  <a:cs typeface="+mn-cs"/>
                </a:defRPr>
              </a:lvl5pPr>
              <a:lvl6pPr marL="2590724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869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27013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45158" indent="0" algn="ctr" defTabSz="1036290" rtl="0" eaLnBrk="1" latinLnBrk="0" hangingPunct="1">
                <a:lnSpc>
                  <a:spcPct val="90000"/>
                </a:lnSpc>
                <a:spcBef>
                  <a:spcPts val="567"/>
                </a:spcBef>
                <a:buFont typeface="Arial" panose="020B0604020202020204" pitchFamily="34" charset="0"/>
                <a:buNone/>
                <a:defRPr sz="18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s-ES" sz="1400" b="1" i="0" dirty="0">
                  <a:solidFill>
                    <a:schemeClr val="bg1">
                      <a:lumMod val="65000"/>
                    </a:schemeClr>
                  </a:solidFill>
                  <a:latin typeface="Avenir Next Medium" panose="020B0603020202020204" pitchFamily="34" charset="0"/>
                </a:rPr>
                <a:t>#SinLímites</a:t>
              </a:r>
              <a:endParaRPr lang="es-CO" sz="1400" b="1" i="0" dirty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endParaRPr>
            </a:p>
          </p:txBody>
        </p:sp>
        <p:pic>
          <p:nvPicPr>
            <p:cNvPr id="15" name="Picture 2" descr="Robin free icon">
              <a:extLst>
                <a:ext uri="{FF2B5EF4-FFF2-40B4-BE49-F238E27FC236}">
                  <a16:creationId xmlns:a16="http://schemas.microsoft.com/office/drawing/2014/main" id="{67FB9C00-D031-4E92-AF57-1D1F14D814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803" y="6083242"/>
              <a:ext cx="460512" cy="417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695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B22B7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5F62E12-E077-44F3-8978-62765D446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5146"/>
            <a:ext cx="9144000" cy="1661446"/>
          </a:xfrm>
        </p:spPr>
        <p:txBody>
          <a:bodyPr/>
          <a:lstStyle/>
          <a:p>
            <a:pPr>
              <a:defRPr sz="4000" b="1"/>
            </a:pPr>
            <a:r>
              <a:t>MapReduce</a:t>
            </a:r>
            <a:endParaRPr lang="es-CO" sz="7200" dirty="0"/>
          </a:p>
          <a:p>
            <a:pPr>
              <a:defRPr sz="2400"/>
            </a:pPr>
            <a:r>
              <a:t>Camilo Soto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D270B0D-2E8C-4315-95F8-30D67D03C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0344"/>
            <a:ext cx="9144000" cy="46704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Módulo 1: MapReduce — BIGDATA ANALYTICS — UPB</a:t>
            </a:r>
            <a:endParaRPr lang="es-CO" sz="1800" dirty="0">
              <a:latin typeface="+mj-lt"/>
            </a:endParaRPr>
          </a:p>
        </p:txBody>
      </p:sp>
      <p:pic>
        <p:nvPicPr>
          <p:cNvPr id="2" name="Picture 1" descr="A group of people outside of a building&#10;&#10;AI-generated content may be incorrect.">
            <a:extLst>
              <a:ext uri="{FF2B5EF4-FFF2-40B4-BE49-F238E27FC236}">
                <a16:creationId xmlns:a16="http://schemas.microsoft.com/office/drawing/2014/main" id="{30AAE2E9-1848-F5BD-AAF8-A930818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94" r="301" b="543"/>
          <a:stretch>
            <a:fillRect/>
          </a:stretch>
        </p:blipFill>
        <p:spPr>
          <a:xfrm>
            <a:off x="-4609" y="3204700"/>
            <a:ext cx="12194072" cy="427017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B269BD-C985-4C27-BF70-064E3E80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D26-FB76-4317-B741-4B6C0B7D076D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11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¿Por qué MapReduce?</a:t>
            </a:r>
          </a:p>
          <a:p>
            <a:r>
              <a:t>El modelo Map → Shuffle → Reduce</a:t>
            </a:r>
          </a:p>
          <a:p>
            <a:r>
              <a:t>Ejemplo didáctico: conteo de frutas en un supermercado</a:t>
            </a:r>
          </a:p>
          <a:p>
            <a:r>
              <a:t>Implementación en Python</a:t>
            </a:r>
          </a:p>
          <a:p>
            <a:r>
              <a:t>HDFS: el sistema de archivos distribuido</a:t>
            </a:r>
          </a:p>
          <a:p>
            <a:r>
              <a:t>Simulación distribuida</a:t>
            </a:r>
          </a:p>
          <a:p>
            <a:r>
              <a:t>mrjob: código compatible con Hadoop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problema: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Imagina </a:t>
            </a:r>
            <a:r>
              <a:rPr sz="2400" dirty="0" err="1"/>
              <a:t>contar</a:t>
            </a:r>
            <a:r>
              <a:rPr sz="2400" dirty="0"/>
              <a:t> TODAS las palabras de TODOS </a:t>
            </a:r>
            <a:r>
              <a:rPr sz="2400" dirty="0" err="1"/>
              <a:t>los</a:t>
            </a:r>
            <a:r>
              <a:rPr sz="2400" dirty="0"/>
              <a:t> </a:t>
            </a:r>
            <a:r>
              <a:rPr sz="2400" dirty="0" err="1"/>
              <a:t>libros</a:t>
            </a:r>
            <a:r>
              <a:rPr sz="2400" dirty="0"/>
              <a:t> de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biblioteca</a:t>
            </a:r>
            <a:endParaRPr sz="2400" dirty="0"/>
          </a:p>
          <a:p>
            <a:r>
              <a:rPr sz="2400" dirty="0"/>
              <a:t>Una persona → </a:t>
            </a:r>
            <a:r>
              <a:rPr sz="2400" dirty="0" err="1"/>
              <a:t>semanas</a:t>
            </a:r>
            <a:r>
              <a:rPr sz="2400" dirty="0"/>
              <a:t>. 100 personas, </a:t>
            </a:r>
            <a:r>
              <a:rPr sz="2400" dirty="0" err="1"/>
              <a:t>cada</a:t>
            </a:r>
            <a:r>
              <a:rPr sz="2400" dirty="0"/>
              <a:t> </a:t>
            </a:r>
            <a:r>
              <a:rPr sz="2400" dirty="0" err="1"/>
              <a:t>una</a:t>
            </a:r>
            <a:r>
              <a:rPr sz="2400" dirty="0"/>
              <a:t> un </a:t>
            </a:r>
            <a:r>
              <a:rPr sz="2400" dirty="0" err="1"/>
              <a:t>estante</a:t>
            </a:r>
            <a:r>
              <a:rPr sz="2400" dirty="0"/>
              <a:t> → horas</a:t>
            </a:r>
          </a:p>
          <a:p>
            <a:r>
              <a:rPr sz="2400" dirty="0"/>
              <a:t>Los </a:t>
            </a:r>
            <a:r>
              <a:rPr sz="2400" dirty="0" err="1"/>
              <a:t>datos</a:t>
            </a:r>
            <a:r>
              <a:rPr sz="2400" dirty="0"/>
              <a:t> </a:t>
            </a:r>
            <a:r>
              <a:rPr sz="2400" dirty="0" err="1"/>
              <a:t>crecen</a:t>
            </a:r>
            <a:r>
              <a:rPr sz="2400" dirty="0"/>
              <a:t> </a:t>
            </a:r>
            <a:r>
              <a:rPr sz="2400" dirty="0" err="1"/>
              <a:t>más</a:t>
            </a:r>
            <a:r>
              <a:rPr sz="2400" dirty="0"/>
              <a:t> </a:t>
            </a:r>
            <a:r>
              <a:rPr sz="2400" dirty="0" err="1"/>
              <a:t>rápido</a:t>
            </a:r>
            <a:r>
              <a:rPr sz="2400" dirty="0"/>
              <a:t> </a:t>
            </a:r>
            <a:r>
              <a:rPr sz="2400" dirty="0" err="1"/>
              <a:t>que</a:t>
            </a:r>
            <a:r>
              <a:rPr sz="2400" dirty="0"/>
              <a:t> la </a:t>
            </a:r>
            <a:r>
              <a:rPr sz="2400" dirty="0" err="1"/>
              <a:t>capacidad</a:t>
            </a:r>
            <a:r>
              <a:rPr sz="2400" dirty="0"/>
              <a:t> de un solo </a:t>
            </a:r>
            <a:r>
              <a:rPr sz="2400" dirty="0" err="1"/>
              <a:t>servidor</a:t>
            </a:r>
            <a:endParaRPr sz="2400" dirty="0"/>
          </a:p>
          <a:p>
            <a:r>
              <a:rPr sz="2400" dirty="0" err="1"/>
              <a:t>Solución</a:t>
            </a:r>
            <a:r>
              <a:rPr sz="2400" dirty="0"/>
              <a:t>: </a:t>
            </a:r>
            <a:r>
              <a:rPr sz="2400" dirty="0" err="1"/>
              <a:t>dividir</a:t>
            </a:r>
            <a:r>
              <a:rPr sz="2400" dirty="0"/>
              <a:t>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trabajo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muchas</a:t>
            </a:r>
            <a:r>
              <a:rPr sz="2400" dirty="0"/>
              <a:t> </a:t>
            </a:r>
            <a:r>
              <a:rPr sz="2400" dirty="0" err="1"/>
              <a:t>máquinas</a:t>
            </a:r>
            <a:endParaRPr sz="2400" dirty="0"/>
          </a:p>
          <a:p>
            <a:r>
              <a:rPr sz="2400" dirty="0"/>
              <a:t>MapReduce = </a:t>
            </a:r>
            <a:r>
              <a:rPr sz="2400" dirty="0" err="1"/>
              <a:t>modelo</a:t>
            </a:r>
            <a:r>
              <a:rPr sz="2400" dirty="0"/>
              <a:t> de </a:t>
            </a:r>
            <a:r>
              <a:rPr sz="2400" dirty="0" err="1"/>
              <a:t>programación</a:t>
            </a:r>
            <a:r>
              <a:rPr sz="2400" dirty="0"/>
              <a:t> para </a:t>
            </a:r>
            <a:r>
              <a:rPr sz="2400" dirty="0" err="1"/>
              <a:t>procesamiento</a:t>
            </a:r>
            <a:r>
              <a:rPr sz="2400" dirty="0"/>
              <a:t> </a:t>
            </a:r>
            <a:r>
              <a:rPr sz="2400" dirty="0" err="1"/>
              <a:t>distribuido</a:t>
            </a:r>
            <a:endParaRPr sz="2400" dirty="0"/>
          </a:p>
          <a:p>
            <a:r>
              <a:rPr sz="2400" dirty="0" err="1"/>
              <a:t>Creado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Google (2004) — paper de Dean &amp; Ghemawat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Analogía: Inventario del Supermercado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Problema</a:t>
            </a:r>
            <a:r>
              <a:rPr sz="2400" dirty="0"/>
              <a:t>: </a:t>
            </a:r>
            <a:r>
              <a:rPr sz="2400" dirty="0" err="1"/>
              <a:t>Contar</a:t>
            </a:r>
            <a:r>
              <a:rPr sz="2400" dirty="0"/>
              <a:t> </a:t>
            </a:r>
            <a:r>
              <a:rPr sz="2400" dirty="0" err="1"/>
              <a:t>cuántas</a:t>
            </a:r>
            <a:r>
              <a:rPr sz="2400" dirty="0"/>
              <a:t> </a:t>
            </a:r>
            <a:r>
              <a:rPr sz="2400" dirty="0" err="1"/>
              <a:t>unidades</a:t>
            </a:r>
            <a:r>
              <a:rPr sz="2400" dirty="0"/>
              <a:t> de </a:t>
            </a:r>
            <a:r>
              <a:rPr sz="2400" dirty="0" err="1"/>
              <a:t>cada</a:t>
            </a:r>
            <a:r>
              <a:rPr sz="2400" dirty="0"/>
              <a:t> </a:t>
            </a:r>
            <a:r>
              <a:rPr sz="2400" dirty="0" err="1"/>
              <a:t>producto</a:t>
            </a:r>
            <a:r>
              <a:rPr sz="2400" dirty="0"/>
              <a:t> hay </a:t>
            </a:r>
            <a:r>
              <a:rPr sz="2400" dirty="0" err="1"/>
              <a:t>en</a:t>
            </a:r>
            <a:r>
              <a:rPr sz="2400" dirty="0"/>
              <a:t> 50 </a:t>
            </a:r>
            <a:r>
              <a:rPr sz="2400" dirty="0" err="1"/>
              <a:t>estantes</a:t>
            </a:r>
            <a:endParaRPr sz="2400" dirty="0"/>
          </a:p>
          <a:p>
            <a:endParaRPr sz="2400" dirty="0"/>
          </a:p>
          <a:p>
            <a:r>
              <a:rPr sz="2400" dirty="0"/>
              <a:t>Sin MapReduce (</a:t>
            </a:r>
            <a:r>
              <a:rPr sz="2400" dirty="0" err="1"/>
              <a:t>secuencial</a:t>
            </a:r>
            <a:r>
              <a:rPr sz="2400" dirty="0"/>
              <a:t>):</a:t>
            </a:r>
          </a:p>
          <a:p>
            <a:r>
              <a:rPr sz="2400" dirty="0"/>
              <a:t>  → 1 persona </a:t>
            </a:r>
            <a:r>
              <a:rPr sz="2400" dirty="0" err="1"/>
              <a:t>recorre</a:t>
            </a:r>
            <a:r>
              <a:rPr sz="2400" dirty="0"/>
              <a:t> </a:t>
            </a:r>
            <a:r>
              <a:rPr sz="2400" dirty="0" err="1"/>
              <a:t>los</a:t>
            </a:r>
            <a:r>
              <a:rPr sz="2400" dirty="0"/>
              <a:t> 50 </a:t>
            </a:r>
            <a:r>
              <a:rPr sz="2400" dirty="0" err="1"/>
              <a:t>estantes</a:t>
            </a:r>
            <a:r>
              <a:rPr sz="2400" dirty="0"/>
              <a:t>,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lista</a:t>
            </a:r>
            <a:r>
              <a:rPr sz="2400" dirty="0"/>
              <a:t> </a:t>
            </a:r>
            <a:r>
              <a:rPr sz="2400" dirty="0" err="1"/>
              <a:t>larga</a:t>
            </a:r>
            <a:r>
              <a:rPr sz="2400" dirty="0"/>
              <a:t> → 8 horas</a:t>
            </a:r>
          </a:p>
          <a:p>
            <a:endParaRPr sz="2400" dirty="0"/>
          </a:p>
          <a:p>
            <a:r>
              <a:rPr sz="2400" dirty="0"/>
              <a:t>Con MapReduce (</a:t>
            </a:r>
            <a:r>
              <a:rPr sz="2400" dirty="0" err="1"/>
              <a:t>paralelo</a:t>
            </a:r>
            <a:r>
              <a:rPr sz="2400" dirty="0"/>
              <a:t>):</a:t>
            </a:r>
          </a:p>
          <a:p>
            <a:r>
              <a:rPr sz="2400" dirty="0"/>
              <a:t>  → 50 personas,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estante</a:t>
            </a:r>
            <a:r>
              <a:rPr sz="2400" dirty="0"/>
              <a:t> (MAP): </a:t>
            </a:r>
            <a:r>
              <a:rPr sz="2400" dirty="0" err="1"/>
              <a:t>cada</a:t>
            </a:r>
            <a:r>
              <a:rPr sz="2400" dirty="0"/>
              <a:t>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anota</a:t>
            </a:r>
            <a:r>
              <a:rPr sz="2400" dirty="0"/>
              <a:t> </a:t>
            </a:r>
            <a:r>
              <a:rPr sz="2400" dirty="0" err="1"/>
              <a:t>producto</a:t>
            </a:r>
            <a:r>
              <a:rPr sz="2400" dirty="0"/>
              <a:t> + </a:t>
            </a:r>
            <a:r>
              <a:rPr sz="2400" dirty="0" err="1"/>
              <a:t>cantidad</a:t>
            </a:r>
            <a:endParaRPr sz="2400" dirty="0"/>
          </a:p>
          <a:p>
            <a:r>
              <a:rPr sz="2400" dirty="0"/>
              <a:t>  → Se </a:t>
            </a:r>
            <a:r>
              <a:rPr sz="2400" dirty="0" err="1"/>
              <a:t>agrupan</a:t>
            </a:r>
            <a:r>
              <a:rPr sz="2400" dirty="0"/>
              <a:t> las </a:t>
            </a:r>
            <a:r>
              <a:rPr sz="2400" dirty="0" err="1"/>
              <a:t>notas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producto</a:t>
            </a:r>
            <a:r>
              <a:rPr sz="2400" dirty="0"/>
              <a:t> (SHUFFLE)</a:t>
            </a:r>
          </a:p>
          <a:p>
            <a:r>
              <a:rPr sz="2400" dirty="0"/>
              <a:t>  → 10 personas suman </a:t>
            </a:r>
            <a:r>
              <a:rPr sz="2400" dirty="0" err="1"/>
              <a:t>los</a:t>
            </a:r>
            <a:r>
              <a:rPr sz="2400" dirty="0"/>
              <a:t> </a:t>
            </a:r>
            <a:r>
              <a:rPr sz="2400" dirty="0" err="1"/>
              <a:t>totales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categoría</a:t>
            </a:r>
            <a:r>
              <a:rPr sz="2400" dirty="0"/>
              <a:t> (REDUCE)</a:t>
            </a:r>
          </a:p>
          <a:p>
            <a:r>
              <a:rPr sz="2400" dirty="0"/>
              <a:t>  → </a:t>
            </a:r>
            <a:r>
              <a:rPr sz="2400" dirty="0" err="1"/>
              <a:t>Resultado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minutos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Modelo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Datos → [MAP] → pares (clave, valor) → [SHUFFLE] → agrupados → [REDUCE] → Resultado</a:t>
            </a:r>
          </a:p>
          <a:p>
            <a:endParaRPr/>
          </a:p>
          <a:p>
            <a:r>
              <a:t>MAP: transforma cada item en pares (clave, valor)</a:t>
            </a:r>
          </a:p>
          <a:p>
            <a:r>
              <a:t>SHUFFLE/SORT: agrupa todos los valores con la misma clave</a:t>
            </a:r>
          </a:p>
          <a:p>
            <a:r>
              <a:t>REDUCE: agrega valores para producir el resultado final</a:t>
            </a:r>
          </a:p>
          <a:p>
            <a:endParaRPr/>
          </a:p>
          <a:p>
            <a:r>
              <a:t>El programador solo escribe Map y Reduce — el framework hace el Shuffle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Visualicemos el flujo con un ejemplo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657600" cy="54864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"el gato come el pez el gato duerme"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916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5A5A"/>
                </a:solidFill>
              </a:defRPr>
            </a:pPr>
            <a:r>
              <a:t>↓ se divide en fragmentos (uno por mapper)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874519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472C4"/>
                </a:solidFill>
              </a:defRPr>
            </a:pPr>
            <a:r>
              <a:t>①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2926080" cy="91440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"el gato come"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→ (el,1)(gato,1)(come,1)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154680"/>
            <a:ext cx="2926080" cy="91440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"el pez"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→ (el,1)(pez,1)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206240"/>
            <a:ext cx="2926080" cy="91440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"el gato duerme"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→ (el,1)(gato,1)(duerme,1)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404872"/>
            <a:ext cx="50292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3291840" y="3456432"/>
            <a:ext cx="50292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291840" y="4507992"/>
            <a:ext cx="50292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1874519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D7D31"/>
                </a:solidFill>
              </a:defRPr>
            </a:pPr>
            <a:r>
              <a:t>② SHUFFLE &amp; SORT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103120"/>
            <a:ext cx="3017520" cy="320040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Agrupar por clave: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endParaRPr/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el → [1, 1, 1]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gato → [1, 1]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come → [1]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pez → [1]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duerme → [1]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95160" y="2651760"/>
            <a:ext cx="50292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6995160" y="4206240"/>
            <a:ext cx="50292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874519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0AD47"/>
                </a:solidFill>
              </a:defRPr>
            </a:pPr>
            <a:r>
              <a:t>③ REDUCE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103120"/>
            <a:ext cx="2286000" cy="128016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sum([1,1,1]) → el: 3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sum([1,1]) → gato: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749040"/>
            <a:ext cx="2286000" cy="128016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sum([1]) → come: 1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sum([1]) → pez: 1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sum([1]) → duerme: 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966960" y="3200400"/>
            <a:ext cx="457200" cy="274320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0" y="1874519"/>
            <a:ext cx="1554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F4F"/>
                </a:solidFill>
              </a:defRPr>
            </a:pPr>
            <a:r>
              <a:t>④ RESULTADO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2103120"/>
            <a:ext cx="1554480" cy="320040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el: 3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gato: 2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come: 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pez: 1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duerme: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88" y="6035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F4F"/>
                </a:solidFill>
              </a:defRPr>
            </a:pPr>
            <a:r>
              <a:t>📌 Mismo flujo que vimos en el modelo: Datos → MAP → SHUFFLE → REDUCE → Resultado</a:t>
            </a:r>
          </a:p>
          <a:p>
            <a:pPr>
              <a:defRPr sz="1000" i="1">
                <a:solidFill>
                  <a:srgbClr val="5A5A5A"/>
                </a:solidFill>
              </a:defRPr>
            </a:pPr>
            <a:r>
              <a:t>     El programador solo escribe MAP y REDUCE. El framework hace el SHUFFLE automáticamente.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WordCount paso a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Texto</a:t>
            </a:r>
            <a:r>
              <a:rPr sz="2400" dirty="0"/>
              <a:t> de entrada: '</a:t>
            </a:r>
            <a:r>
              <a:rPr sz="2400" dirty="0" err="1"/>
              <a:t>el</a:t>
            </a:r>
            <a:r>
              <a:rPr sz="2400" dirty="0"/>
              <a:t> gato come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pez</a:t>
            </a:r>
            <a:r>
              <a:rPr sz="2400" dirty="0"/>
              <a:t> </a:t>
            </a:r>
            <a:r>
              <a:rPr sz="2400" dirty="0" err="1"/>
              <a:t>el</a:t>
            </a:r>
            <a:r>
              <a:rPr sz="2400" dirty="0"/>
              <a:t> gato </a:t>
            </a:r>
            <a:r>
              <a:rPr sz="2400" dirty="0" err="1"/>
              <a:t>duerme</a:t>
            </a:r>
            <a:r>
              <a:rPr sz="2400" dirty="0"/>
              <a:t>'</a:t>
            </a:r>
          </a:p>
          <a:p>
            <a:endParaRPr sz="2400" dirty="0"/>
          </a:p>
          <a:p>
            <a:r>
              <a:rPr sz="2400" dirty="0"/>
              <a:t>PASO 1 — MAP (</a:t>
            </a:r>
            <a:r>
              <a:rPr sz="2400" dirty="0" err="1"/>
              <a:t>por</a:t>
            </a:r>
            <a:r>
              <a:rPr sz="2400" dirty="0"/>
              <a:t> </a:t>
            </a:r>
            <a:r>
              <a:rPr sz="2400" dirty="0" err="1"/>
              <a:t>cada</a:t>
            </a:r>
            <a:r>
              <a:rPr sz="2400" dirty="0"/>
              <a:t> palabra </a:t>
            </a:r>
            <a:r>
              <a:rPr sz="2400" dirty="0" err="1"/>
              <a:t>emitir</a:t>
            </a:r>
            <a:r>
              <a:rPr sz="2400" dirty="0"/>
              <a:t> clave=palabra, valor=1):</a:t>
            </a:r>
          </a:p>
          <a:p>
            <a:r>
              <a:rPr sz="2400" dirty="0"/>
              <a:t>  ('el',1) ('gato',1) ('come',1) ('el',1) ('pez',1) ('el',1) ('gato',1) ('duerme',1)</a:t>
            </a:r>
          </a:p>
          <a:p>
            <a:endParaRPr sz="2400" dirty="0"/>
          </a:p>
          <a:p>
            <a:r>
              <a:rPr sz="2400" dirty="0"/>
              <a:t>PASO 2 — SHUFFLE (</a:t>
            </a:r>
            <a:r>
              <a:rPr sz="2400" dirty="0" err="1"/>
              <a:t>agrupar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clave):</a:t>
            </a:r>
          </a:p>
          <a:p>
            <a:r>
              <a:rPr sz="2400" dirty="0"/>
              <a:t>  '</a:t>
            </a:r>
            <a:r>
              <a:rPr sz="2400" dirty="0" err="1"/>
              <a:t>el</a:t>
            </a:r>
            <a:r>
              <a:rPr sz="2400" dirty="0"/>
              <a:t>' → [1, 1, 1]    'gato' → [1, 1]    'come' → [1]    '</a:t>
            </a:r>
            <a:r>
              <a:rPr sz="2400" dirty="0" err="1"/>
              <a:t>pez</a:t>
            </a:r>
            <a:r>
              <a:rPr sz="2400" dirty="0"/>
              <a:t>' → [1]    '</a:t>
            </a:r>
            <a:r>
              <a:rPr sz="2400" dirty="0" err="1"/>
              <a:t>duerme</a:t>
            </a:r>
            <a:r>
              <a:rPr sz="2400" dirty="0"/>
              <a:t>' → [1]</a:t>
            </a:r>
          </a:p>
          <a:p>
            <a:endParaRPr sz="2400" dirty="0"/>
          </a:p>
          <a:p>
            <a:r>
              <a:rPr sz="2400" dirty="0"/>
              <a:t>PASO 3 — REDUCE (</a:t>
            </a:r>
            <a:r>
              <a:rPr sz="2400" dirty="0" err="1"/>
              <a:t>sumar</a:t>
            </a:r>
            <a:r>
              <a:rPr sz="2400" dirty="0"/>
              <a:t> </a:t>
            </a:r>
            <a:r>
              <a:rPr sz="2400" dirty="0" err="1"/>
              <a:t>los</a:t>
            </a:r>
            <a:r>
              <a:rPr sz="2400" dirty="0"/>
              <a:t> </a:t>
            </a:r>
            <a:r>
              <a:rPr sz="2400" dirty="0" err="1"/>
              <a:t>valores</a:t>
            </a:r>
            <a:r>
              <a:rPr sz="2400" dirty="0"/>
              <a:t>):</a:t>
            </a:r>
          </a:p>
          <a:p>
            <a:r>
              <a:rPr sz="2400" dirty="0"/>
              <a:t>  '</a:t>
            </a:r>
            <a:r>
              <a:rPr sz="2400" dirty="0" err="1"/>
              <a:t>el</a:t>
            </a:r>
            <a:r>
              <a:rPr sz="2400" dirty="0"/>
              <a:t>' → 3    'gato' → 2    'come' → 1    '</a:t>
            </a:r>
            <a:r>
              <a:rPr sz="2400" dirty="0" err="1"/>
              <a:t>pez</a:t>
            </a:r>
            <a:r>
              <a:rPr sz="2400" dirty="0"/>
              <a:t>' → 1    '</a:t>
            </a:r>
            <a:r>
              <a:rPr sz="2400" dirty="0" err="1"/>
              <a:t>duerme</a:t>
            </a:r>
            <a:r>
              <a:rPr sz="2400" dirty="0"/>
              <a:t>' →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Total de ventas por ciudad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Datos de entrada (CSV): [('Medellín', 500), ('Bogotá', 300), ('Medellín', 200), ('Cali', 150), ('Bogotá', 400)]</a:t>
            </a:r>
          </a:p>
          <a:p>
            <a:endParaRPr sz="2400" dirty="0"/>
          </a:p>
          <a:p>
            <a:r>
              <a:rPr sz="2400" dirty="0"/>
              <a:t>MAP — </a:t>
            </a:r>
            <a:r>
              <a:rPr sz="2400" dirty="0" err="1"/>
              <a:t>emitir</a:t>
            </a:r>
            <a:r>
              <a:rPr sz="2400" dirty="0"/>
              <a:t> (ciudad, </a:t>
            </a:r>
            <a:r>
              <a:rPr sz="2400" dirty="0" err="1"/>
              <a:t>monto</a:t>
            </a:r>
            <a:r>
              <a:rPr sz="2400" dirty="0"/>
              <a:t>):</a:t>
            </a:r>
          </a:p>
          <a:p>
            <a:r>
              <a:rPr sz="2400" dirty="0"/>
              <a:t>  ('Medellín', 500) ('Bogotá', 300) ('Medellín', 200) ('Cali', 150) ('Bogotá', 400)</a:t>
            </a:r>
          </a:p>
          <a:p>
            <a:endParaRPr sz="2400" dirty="0"/>
          </a:p>
          <a:p>
            <a:r>
              <a:rPr sz="2400" dirty="0"/>
              <a:t>SHUFFLE — </a:t>
            </a:r>
            <a:r>
              <a:rPr sz="2400" dirty="0" err="1"/>
              <a:t>agrupar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ciudad:</a:t>
            </a:r>
          </a:p>
          <a:p>
            <a:r>
              <a:rPr sz="2400" dirty="0"/>
              <a:t>  'Medellín' → [500, 200]    'Bogotá' → [300, 400]    'Cali' → [150]</a:t>
            </a:r>
          </a:p>
          <a:p>
            <a:endParaRPr sz="2400" dirty="0"/>
          </a:p>
          <a:p>
            <a:r>
              <a:rPr sz="2400" dirty="0"/>
              <a:t>REDUCE — </a:t>
            </a:r>
            <a:r>
              <a:rPr sz="2400" dirty="0" err="1"/>
              <a:t>sumar</a:t>
            </a:r>
            <a:r>
              <a:rPr sz="2400" dirty="0"/>
              <a:t>:</a:t>
            </a:r>
          </a:p>
          <a:p>
            <a:r>
              <a:rPr sz="2400" dirty="0"/>
              <a:t>  'Medellín' → 700    'Bogotá' → 700    'Cali' → 150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Python: yield vs return (¿por qué lo usamos?)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303520" cy="45720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return — devuelve UN valor y TERMINA la función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91640"/>
            <a:ext cx="5303520" cy="146304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def get_first_fruit():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return 'manzana'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return 'pera'      # ← NUNCA se ejecuta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endParaRPr/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result = get_first_fruit()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# result = 'manzana' (solo uno)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461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F4F"/>
                </a:solidFill>
              </a:defRPr>
            </a:pPr>
            <a:r>
              <a:t>• La función se ejecuta y MUERE</a:t>
            </a:r>
          </a:p>
          <a:p>
            <a:pPr>
              <a:defRPr sz="900">
                <a:solidFill>
                  <a:srgbClr val="333F4F"/>
                </a:solidFill>
              </a:defRPr>
            </a:pPr>
            <a:r>
              <a:t>• Solo puede devolver 1 resultado</a:t>
            </a:r>
          </a:p>
          <a:p>
            <a:pPr>
              <a:defRPr sz="900" b="1">
                <a:solidFill>
                  <a:srgbClr val="C0392B"/>
                </a:solidFill>
              </a:defRPr>
            </a:pPr>
            <a:r>
              <a:t>• No sirve para emitir múltiples pares (k,v)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5669280" cy="45720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yield — devuelve un valor y PAUSA (puede emitir más)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669280" cy="146304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def get_all_fruits():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yield 'manzana'     # emite 1ro, pausa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yield 'pera'        # emite 2do, pausa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yield 'uva'         # emite 3ro, pausa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endParaRPr/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for fruit in get_all_fruits():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print(fruit)  # manzana, pera, uva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F4F"/>
                </a:solidFill>
              </a:defRPr>
            </a:pPr>
            <a:r>
              <a:t>• La función PAUSA y puede seguir emitiendo</a:t>
            </a:r>
          </a:p>
          <a:p>
            <a:pPr>
              <a:defRPr sz="900">
                <a:solidFill>
                  <a:srgbClr val="333F4F"/>
                </a:solidFill>
              </a:defRPr>
            </a:pPr>
            <a:r>
              <a:t>• Genera N valores uno a uno (generador)</a:t>
            </a:r>
          </a:p>
          <a:p>
            <a:pPr>
              <a:defRPr sz="900" b="1">
                <a:solidFill>
                  <a:srgbClr val="27AE60"/>
                </a:solidFill>
              </a:defRPr>
            </a:pPr>
            <a:r>
              <a:t>• PERFECTO para emitir múltiples pares (k,v)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023360"/>
            <a:ext cx="11430000" cy="45720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¿Por qué yield en MapReduce?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572000"/>
            <a:ext cx="11430000" cy="137160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def mapper(line):                         # input: 'el gato come'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for word in line.split():             # itera cada palabra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    yield (word, 1)                   # emite UN par por cada palabra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                                          # la función NO muere, sigue con la siguiente palabra</a:t>
            </a:r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endParaRPr/>
          </a:p>
          <a:p>
            <a:pPr algn="l">
              <a:defRPr sz="900" b="0">
                <a:solidFill>
                  <a:srgbClr val="4CAF50"/>
                </a:solidFill>
                <a:latin typeface="Courier New"/>
              </a:defRPr>
            </a:pPr>
            <a:r>
              <a:t># Resultado: ('el',1), ('gato',1), ('come',1)  ← 3 emisiones de UNA sola llamada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📌 Un mapper puede emitir 0, 1, o N pares por cada input — yield lo hace posible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MAP en 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Recibe UN elemento de entrada a la vez</a:t>
            </a:r>
          </a:p>
          <a:p>
            <a:r>
              <a:t>Emite 0, 1 o N pares (key, value) — puede ser más de uno</a:t>
            </a:r>
          </a:p>
          <a:p>
            <a:r>
              <a:t>En Python se usa yield (generador)</a:t>
            </a:r>
          </a:p>
          <a:p>
            <a:endParaRPr/>
          </a:p>
          <a:p>
            <a:r>
              <a:t>def mapper(line):</a:t>
            </a:r>
          </a:p>
          <a:p>
            <a:r>
              <a:t>    for word in line.lower().split():</a:t>
            </a:r>
          </a:p>
          <a:p>
            <a:r>
              <a:t>        yield (word, 1)   # emite un par por cada palabra</a:t>
            </a:r>
          </a:p>
          <a:p>
            <a:endParaRPr/>
          </a:p>
          <a:p>
            <a:r>
              <a:t>Regla: El mapper NUNCA usa return para emitir datos — siempre yield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REDUCE en 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clave + </a:t>
            </a:r>
            <a:r>
              <a:rPr dirty="0" err="1"/>
              <a:t>lista</a:t>
            </a:r>
            <a:r>
              <a:rPr dirty="0"/>
              <a:t> con TODOS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asociados</a:t>
            </a:r>
            <a:endParaRPr dirty="0"/>
          </a:p>
          <a:p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exactamente</a:t>
            </a:r>
            <a:r>
              <a:rPr dirty="0"/>
              <a:t> 1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clave</a:t>
            </a:r>
          </a:p>
          <a:p>
            <a:endParaRPr dirty="0"/>
          </a:p>
          <a:p>
            <a:r>
              <a:rPr dirty="0"/>
              <a:t>def reducer(key, values):</a:t>
            </a:r>
          </a:p>
          <a:p>
            <a:r>
              <a:rPr dirty="0"/>
              <a:t>    return sum(values)   # </a:t>
            </a:r>
            <a:r>
              <a:rPr dirty="0" err="1"/>
              <a:t>suma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1s → </a:t>
            </a:r>
            <a:r>
              <a:rPr dirty="0" err="1"/>
              <a:t>conteo</a:t>
            </a:r>
            <a:r>
              <a:rPr dirty="0"/>
              <a:t> total</a:t>
            </a:r>
          </a:p>
          <a:p>
            <a:endParaRPr dirty="0"/>
          </a:p>
          <a:p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comunes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reducers:</a:t>
            </a:r>
          </a:p>
          <a:p>
            <a:r>
              <a:rPr dirty="0"/>
              <a:t>  sum(values) → total</a:t>
            </a:r>
          </a:p>
          <a:p>
            <a:r>
              <a:rPr dirty="0"/>
              <a:t>  </a:t>
            </a:r>
            <a:r>
              <a:rPr dirty="0" err="1"/>
              <a:t>len</a:t>
            </a:r>
            <a:r>
              <a:rPr dirty="0"/>
              <a:t>(values) → </a:t>
            </a:r>
            <a:r>
              <a:rPr dirty="0" err="1"/>
              <a:t>conteo</a:t>
            </a:r>
            <a:endParaRPr dirty="0"/>
          </a:p>
          <a:p>
            <a:r>
              <a:rPr dirty="0"/>
              <a:t>  sum(values)/</a:t>
            </a:r>
            <a:r>
              <a:rPr dirty="0" err="1"/>
              <a:t>len</a:t>
            </a:r>
            <a:r>
              <a:rPr dirty="0"/>
              <a:t>(values) → </a:t>
            </a:r>
            <a:r>
              <a:rPr dirty="0" err="1"/>
              <a:t>promedio</a:t>
            </a:r>
            <a:endParaRPr dirty="0"/>
          </a:p>
          <a:p>
            <a:r>
              <a:rPr dirty="0"/>
              <a:t>  max(values) / min(values) → </a:t>
            </a:r>
            <a:r>
              <a:rPr dirty="0" err="1"/>
              <a:t>extremos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Mapper vs Reducer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24325"/>
            <a:ext cx="5157787" cy="823912"/>
          </a:xfrm>
        </p:spPr>
        <p:txBody>
          <a:bodyPr/>
          <a:lstStyle/>
          <a:p>
            <a:r>
              <a:t>Mapper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48237"/>
            <a:ext cx="5157787" cy="3684588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Input: un item de </a:t>
            </a:r>
            <a:r>
              <a:rPr dirty="0" err="1"/>
              <a:t>datos</a:t>
            </a:r>
            <a:endParaRPr dirty="0"/>
          </a:p>
          <a:p>
            <a:r>
              <a:rPr dirty="0"/>
              <a:t>Output: yield (key, value)</a:t>
            </a:r>
          </a:p>
          <a:p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emitir</a:t>
            </a:r>
            <a:r>
              <a:rPr dirty="0"/>
              <a:t> 0..N pares</a:t>
            </a:r>
          </a:p>
          <a:p>
            <a:r>
              <a:rPr dirty="0" err="1"/>
              <a:t>Propósito</a:t>
            </a:r>
            <a:r>
              <a:rPr dirty="0"/>
              <a:t>: </a:t>
            </a:r>
            <a:r>
              <a:rPr dirty="0" err="1"/>
              <a:t>Transformar</a:t>
            </a:r>
            <a:endParaRPr dirty="0"/>
          </a:p>
          <a:p>
            <a:endParaRPr dirty="0"/>
          </a:p>
          <a:p>
            <a:r>
              <a:rPr dirty="0"/>
              <a:t>Error </a:t>
            </a:r>
            <a:r>
              <a:rPr dirty="0" err="1"/>
              <a:t>común</a:t>
            </a:r>
            <a:r>
              <a:rPr dirty="0"/>
              <a:t>:</a:t>
            </a:r>
          </a:p>
          <a:p>
            <a:r>
              <a:rPr dirty="0"/>
              <a:t>return (key, value) ✗</a:t>
            </a:r>
          </a:p>
          <a:p>
            <a:r>
              <a:rPr dirty="0"/>
              <a:t>yield (key, value) ✓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24325"/>
            <a:ext cx="5183188" cy="823912"/>
          </a:xfrm>
        </p:spPr>
        <p:txBody>
          <a:bodyPr/>
          <a:lstStyle/>
          <a:p>
            <a:r>
              <a:t>Reducer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48237"/>
            <a:ext cx="5183188" cy="3684588"/>
          </a:xfrm>
        </p:spPr>
        <p:txBody>
          <a:bodyPr>
            <a:normAutofit fontScale="92500" lnSpcReduction="10000"/>
          </a:bodyPr>
          <a:lstStyle/>
          <a:p>
            <a:r>
              <a:t>Input: key + [lista de values]</a:t>
            </a:r>
          </a:p>
          <a:p>
            <a:r>
              <a:t>Output: return resultado</a:t>
            </a:r>
          </a:p>
          <a:p>
            <a:r>
              <a:t>Exactamente 1 resultado</a:t>
            </a:r>
          </a:p>
          <a:p>
            <a:r>
              <a:t>Propósito: Agregar</a:t>
            </a:r>
          </a:p>
          <a:p>
            <a:endParaRPr/>
          </a:p>
          <a:p>
            <a:r>
              <a:t>Error común:</a:t>
            </a:r>
          </a:p>
          <a:p>
            <a:r>
              <a:t>yield resultado ✗</a:t>
            </a:r>
          </a:p>
          <a:p>
            <a:r>
              <a:t>return resultado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Patrones comunes en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Contar</a:t>
            </a:r>
            <a:r>
              <a:rPr dirty="0"/>
              <a:t> </a:t>
            </a:r>
            <a:r>
              <a:rPr dirty="0" err="1"/>
              <a:t>ocurrencias</a:t>
            </a:r>
            <a:r>
              <a:rPr dirty="0"/>
              <a:t>: yield (item, 1) + sum(values)</a:t>
            </a:r>
          </a:p>
          <a:p>
            <a:r>
              <a:rPr dirty="0"/>
              <a:t>Sumar </a:t>
            </a:r>
            <a:r>
              <a:rPr dirty="0" err="1"/>
              <a:t>valores</a:t>
            </a:r>
            <a:r>
              <a:rPr dirty="0"/>
              <a:t>: yield (category, amount) + sum(values)</a:t>
            </a:r>
          </a:p>
          <a:p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promedio</a:t>
            </a:r>
            <a:r>
              <a:rPr dirty="0"/>
              <a:t>: yield (group, value) + sum(values)/</a:t>
            </a:r>
            <a:r>
              <a:rPr dirty="0" err="1"/>
              <a:t>len</a:t>
            </a:r>
            <a:r>
              <a:rPr dirty="0"/>
              <a:t>(values)</a:t>
            </a:r>
          </a:p>
          <a:p>
            <a:r>
              <a:rPr dirty="0" err="1"/>
              <a:t>Encontrar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: yield (group, value) + max(values)</a:t>
            </a:r>
          </a:p>
          <a:p>
            <a:r>
              <a:rPr dirty="0" err="1"/>
              <a:t>Filtrar</a:t>
            </a:r>
            <a:r>
              <a:rPr dirty="0"/>
              <a:t>: if </a:t>
            </a:r>
            <a:r>
              <a:rPr dirty="0" err="1"/>
              <a:t>condición</a:t>
            </a:r>
            <a:r>
              <a:rPr dirty="0"/>
              <a:t> → yield (solo </a:t>
            </a:r>
            <a:r>
              <a:rPr dirty="0" err="1"/>
              <a:t>emite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cumple</a:t>
            </a:r>
            <a:r>
              <a:rPr dirty="0"/>
              <a:t>)</a:t>
            </a:r>
          </a:p>
          <a:p>
            <a:r>
              <a:rPr dirty="0" err="1"/>
              <a:t>Estadísticas</a:t>
            </a:r>
            <a:r>
              <a:rPr dirty="0"/>
              <a:t>: return {'sum': sum(v), 'avg': sum(v)/</a:t>
            </a:r>
            <a:r>
              <a:rPr dirty="0" err="1"/>
              <a:t>len</a:t>
            </a:r>
            <a:r>
              <a:rPr dirty="0"/>
              <a:t>(v), 'max': max(v)}</a:t>
            </a:r>
          </a:p>
          <a:p>
            <a:endParaRPr dirty="0"/>
          </a:p>
          <a:p>
            <a:r>
              <a:rPr dirty="0"/>
              <a:t>Todos </a:t>
            </a:r>
            <a:r>
              <a:rPr dirty="0" err="1"/>
              <a:t>siguen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 principio:</a:t>
            </a:r>
          </a:p>
          <a:p>
            <a:pPr marL="0" indent="0">
              <a:buNone/>
            </a:pPr>
            <a:r>
              <a:rPr lang="es-419" dirty="0"/>
              <a:t>	</a:t>
            </a:r>
            <a:r>
              <a:rPr dirty="0"/>
              <a:t>Mapper = </a:t>
            </a:r>
            <a:r>
              <a:rPr dirty="0" err="1"/>
              <a:t>clasificar</a:t>
            </a:r>
            <a:r>
              <a:rPr dirty="0"/>
              <a:t>/</a:t>
            </a:r>
            <a:r>
              <a:rPr dirty="0" err="1"/>
              <a:t>transformar</a:t>
            </a:r>
            <a:r>
              <a:rPr dirty="0"/>
              <a:t>   |   Reducer = </a:t>
            </a:r>
            <a:r>
              <a:rPr dirty="0" err="1"/>
              <a:t>agregar</a:t>
            </a:r>
            <a:r>
              <a:rPr dirty="0"/>
              <a:t>/</a:t>
            </a:r>
            <a:r>
              <a:rPr dirty="0" err="1"/>
              <a:t>resumir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Lab: MapReduce Básico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01743"/>
            <a:ext cx="1124712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333F4F"/>
                </a:solidFill>
              </a:defRPr>
            </a:pPr>
            <a:r>
              <a:t>📂  modules/01-mapreduce/01-pure-python/01-basics/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4703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Archivos: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4743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mapreduce_framework.py  —  El framework que usaremos en todos los labs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01943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wordcount.py  —  WordCount — el 'Hello World' de MapReduce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9143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examples/sales.py  —  Ventas por categoría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6343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examples/temperatures.py  —  Temperatura promedio por ciudad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73543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examples/logs.py  —  Análisis de logs por nivel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13623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Ejecutar: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550" y="5033663"/>
            <a:ext cx="10504449" cy="1463040"/>
          </a:xfrm>
          <a:prstGeom prst="roundRect">
            <a:avLst/>
          </a:prstGeom>
          <a:solidFill>
            <a:srgbClr val="333F4F"/>
          </a:solidFill>
          <a:ln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rPr dirty="0"/>
              <a:t>$ cd modules/01-mapreduce/01-pure-python/01-basics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rPr dirty="0"/>
              <a:t>$ python3 </a:t>
            </a:r>
            <a:r>
              <a:rPr dirty="0" err="1"/>
              <a:t>wordcount.py</a:t>
            </a:r>
            <a:endParaRPr dirty="0"/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rPr dirty="0"/>
              <a:t>$ python3 examples/</a:t>
            </a:r>
            <a:r>
              <a:rPr dirty="0" err="1"/>
              <a:t>sales.py</a:t>
            </a:r>
            <a:endParaRPr dirty="0"/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rPr dirty="0"/>
              <a:t>$ python3 examples/</a:t>
            </a:r>
            <a:r>
              <a:rPr dirty="0" err="1"/>
              <a:t>temperatures.py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HDFS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Hadoop Distributed File System — El fundamento del procesamiento distribuido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HDFS?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HDFS = Hadoop Distributed File System</a:t>
            </a:r>
          </a:p>
          <a:p>
            <a:r>
              <a:rPr sz="2000" dirty="0"/>
              <a:t>Un </a:t>
            </a:r>
            <a:r>
              <a:rPr sz="2000" dirty="0" err="1"/>
              <a:t>sistema</a:t>
            </a:r>
            <a:r>
              <a:rPr sz="2000" dirty="0"/>
              <a:t> de </a:t>
            </a:r>
            <a:r>
              <a:rPr sz="2000" dirty="0" err="1"/>
              <a:t>archivos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distribuye</a:t>
            </a:r>
            <a:r>
              <a:rPr sz="2000" dirty="0"/>
              <a:t> </a:t>
            </a:r>
            <a:r>
              <a:rPr sz="2000" dirty="0" err="1"/>
              <a:t>datos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MUCHOS </a:t>
            </a:r>
            <a:r>
              <a:rPr sz="2000" dirty="0" err="1"/>
              <a:t>servidores</a:t>
            </a:r>
            <a:endParaRPr sz="2000" dirty="0"/>
          </a:p>
          <a:p>
            <a:endParaRPr sz="2000" dirty="0"/>
          </a:p>
          <a:p>
            <a:r>
              <a:rPr sz="2000" dirty="0" err="1"/>
              <a:t>Analogía</a:t>
            </a:r>
            <a:r>
              <a:rPr sz="2000" dirty="0"/>
              <a:t>: Una </a:t>
            </a:r>
            <a:r>
              <a:rPr sz="2000" dirty="0" err="1"/>
              <a:t>enciclopedia</a:t>
            </a:r>
            <a:r>
              <a:rPr sz="2000" dirty="0"/>
              <a:t> de 20 </a:t>
            </a:r>
            <a:r>
              <a:rPr sz="2000" dirty="0" err="1"/>
              <a:t>tomos</a:t>
            </a:r>
            <a:endParaRPr sz="2000" dirty="0"/>
          </a:p>
          <a:p>
            <a:pPr lvl="1"/>
            <a:r>
              <a:rPr sz="1600" dirty="0"/>
              <a:t>Sin HDFS: </a:t>
            </a:r>
            <a:r>
              <a:rPr sz="1600" dirty="0" err="1"/>
              <a:t>toda</a:t>
            </a:r>
            <a:r>
              <a:rPr sz="1600" dirty="0"/>
              <a:t> la </a:t>
            </a:r>
            <a:r>
              <a:rPr sz="1600" dirty="0" err="1"/>
              <a:t>enciclopedia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UN </a:t>
            </a:r>
            <a:r>
              <a:rPr sz="1600" dirty="0" err="1"/>
              <a:t>estante</a:t>
            </a:r>
            <a:r>
              <a:rPr sz="1600" dirty="0"/>
              <a:t> → </a:t>
            </a:r>
            <a:r>
              <a:rPr sz="1600" dirty="0" err="1"/>
              <a:t>si</a:t>
            </a:r>
            <a:r>
              <a:rPr sz="1600" dirty="0"/>
              <a:t> se </a:t>
            </a:r>
            <a:r>
              <a:rPr sz="1600" dirty="0" err="1"/>
              <a:t>cae</a:t>
            </a:r>
            <a:r>
              <a:rPr sz="1600" dirty="0"/>
              <a:t>, se </a:t>
            </a:r>
            <a:r>
              <a:rPr sz="1600" dirty="0" err="1"/>
              <a:t>pierde</a:t>
            </a:r>
            <a:r>
              <a:rPr sz="1600" dirty="0"/>
              <a:t> </a:t>
            </a:r>
            <a:r>
              <a:rPr sz="1600" dirty="0" err="1"/>
              <a:t>todo</a:t>
            </a:r>
            <a:endParaRPr sz="1600" dirty="0"/>
          </a:p>
          <a:p>
            <a:pPr lvl="1"/>
            <a:r>
              <a:rPr sz="1600" dirty="0"/>
              <a:t>Con HDFS: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tomo</a:t>
            </a:r>
            <a:r>
              <a:rPr sz="1600" dirty="0"/>
              <a:t> </a:t>
            </a:r>
            <a:r>
              <a:rPr sz="1600" dirty="0" err="1"/>
              <a:t>tiene</a:t>
            </a:r>
            <a:r>
              <a:rPr sz="1600" dirty="0"/>
              <a:t> </a:t>
            </a:r>
            <a:r>
              <a:rPr sz="1600" dirty="0" err="1"/>
              <a:t>copias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3 </a:t>
            </a:r>
            <a:r>
              <a:rPr sz="1600" dirty="0" err="1"/>
              <a:t>estantes</a:t>
            </a:r>
            <a:r>
              <a:rPr sz="1600" dirty="0"/>
              <a:t> </a:t>
            </a:r>
            <a:r>
              <a:rPr sz="1600" dirty="0" err="1"/>
              <a:t>diferentes</a:t>
            </a:r>
            <a:endParaRPr sz="1600" dirty="0"/>
          </a:p>
          <a:p>
            <a:pPr lvl="1"/>
            <a:r>
              <a:rPr sz="1600" dirty="0"/>
              <a:t>Si un </a:t>
            </a:r>
            <a:r>
              <a:rPr sz="1600" dirty="0" err="1"/>
              <a:t>estante</a:t>
            </a:r>
            <a:r>
              <a:rPr sz="1600" dirty="0"/>
              <a:t> se </a:t>
            </a:r>
            <a:r>
              <a:rPr sz="1600" dirty="0" err="1"/>
              <a:t>daña</a:t>
            </a:r>
            <a:r>
              <a:rPr sz="1600" dirty="0"/>
              <a:t>, las </a:t>
            </a:r>
            <a:r>
              <a:rPr sz="1600" dirty="0" err="1"/>
              <a:t>copias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otros</a:t>
            </a:r>
            <a:r>
              <a:rPr sz="1600" dirty="0"/>
              <a:t> </a:t>
            </a:r>
            <a:r>
              <a:rPr sz="1600" dirty="0" err="1"/>
              <a:t>estantes</a:t>
            </a:r>
            <a:r>
              <a:rPr sz="1600" dirty="0"/>
              <a:t> </a:t>
            </a:r>
            <a:r>
              <a:rPr sz="1600" dirty="0" err="1"/>
              <a:t>siguen</a:t>
            </a:r>
            <a:r>
              <a:rPr sz="1600" dirty="0"/>
              <a:t> </a:t>
            </a:r>
            <a:r>
              <a:rPr sz="1600" dirty="0" err="1"/>
              <a:t>disponibles</a:t>
            </a:r>
            <a:endParaRPr sz="1600" dirty="0"/>
          </a:p>
          <a:p>
            <a:endParaRPr sz="2000" dirty="0"/>
          </a:p>
          <a:p>
            <a:r>
              <a:rPr sz="2000" dirty="0" err="1"/>
              <a:t>Diseñado</a:t>
            </a:r>
            <a:r>
              <a:rPr sz="2000" dirty="0"/>
              <a:t> para:</a:t>
            </a:r>
          </a:p>
          <a:p>
            <a:pPr marL="0" indent="0">
              <a:buNone/>
            </a:pPr>
            <a:r>
              <a:rPr sz="2000" dirty="0"/>
              <a:t>  → </a:t>
            </a:r>
            <a:r>
              <a:rPr sz="2000" dirty="0" err="1"/>
              <a:t>Archivos</a:t>
            </a:r>
            <a:r>
              <a:rPr sz="2000" dirty="0"/>
              <a:t> GRANDES (GB a TB)</a:t>
            </a:r>
          </a:p>
          <a:p>
            <a:pPr marL="0" indent="0">
              <a:buNone/>
            </a:pPr>
            <a:r>
              <a:rPr sz="2000" dirty="0"/>
              <a:t>  → Lectura </a:t>
            </a:r>
            <a:r>
              <a:rPr sz="2000" dirty="0" err="1"/>
              <a:t>secuencial</a:t>
            </a:r>
            <a:r>
              <a:rPr sz="2000" dirty="0"/>
              <a:t> (no random access)</a:t>
            </a:r>
          </a:p>
          <a:p>
            <a:pPr marL="0" indent="0">
              <a:buNone/>
            </a:pPr>
            <a:r>
              <a:rPr sz="2000" dirty="0"/>
              <a:t>  → Hardware commodity (</a:t>
            </a:r>
            <a:r>
              <a:rPr sz="2000" dirty="0" err="1"/>
              <a:t>máquinas</a:t>
            </a:r>
            <a:r>
              <a:rPr sz="2000" dirty="0"/>
              <a:t> </a:t>
            </a:r>
            <a:r>
              <a:rPr sz="2000" dirty="0" err="1"/>
              <a:t>baratas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FALLAN)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 err="1"/>
              <a:t>NameNode</a:t>
            </a:r>
            <a:r>
              <a:rPr sz="2000" dirty="0"/>
              <a:t> (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bibliotecario</a:t>
            </a:r>
            <a:r>
              <a:rPr sz="2000" dirty="0"/>
              <a:t>):</a:t>
            </a:r>
          </a:p>
          <a:p>
            <a:r>
              <a:rPr sz="2000" dirty="0"/>
              <a:t>  → Sabe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qué</a:t>
            </a:r>
            <a:r>
              <a:rPr sz="2000" dirty="0"/>
              <a:t> </a:t>
            </a:r>
            <a:r>
              <a:rPr sz="2000" dirty="0" err="1"/>
              <a:t>nodo</a:t>
            </a:r>
            <a:r>
              <a:rPr sz="2000" dirty="0"/>
              <a:t> </a:t>
            </a:r>
            <a:r>
              <a:rPr sz="2000" dirty="0" err="1"/>
              <a:t>está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bloque</a:t>
            </a:r>
            <a:endParaRPr sz="2000" dirty="0"/>
          </a:p>
          <a:p>
            <a:r>
              <a:rPr sz="2000" dirty="0"/>
              <a:t>  → </a:t>
            </a:r>
            <a:r>
              <a:rPr sz="2000" dirty="0" err="1"/>
              <a:t>Mantiene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directorio</a:t>
            </a:r>
            <a:r>
              <a:rPr sz="2000" dirty="0"/>
              <a:t> (metadata) del </a:t>
            </a:r>
            <a:r>
              <a:rPr sz="2000" dirty="0" err="1"/>
              <a:t>sistema</a:t>
            </a:r>
            <a:r>
              <a:rPr sz="2000" dirty="0"/>
              <a:t> de </a:t>
            </a:r>
            <a:r>
              <a:rPr sz="2000" dirty="0" err="1"/>
              <a:t>archivos</a:t>
            </a:r>
            <a:endParaRPr sz="2000" dirty="0"/>
          </a:p>
          <a:p>
            <a:r>
              <a:rPr sz="2000" dirty="0"/>
              <a:t>  → Es UNO solo (punto </a:t>
            </a:r>
            <a:r>
              <a:rPr sz="2000" dirty="0" err="1"/>
              <a:t>crítico</a:t>
            </a:r>
            <a:r>
              <a:rPr sz="2000" dirty="0"/>
              <a:t> — </a:t>
            </a:r>
            <a:r>
              <a:rPr sz="2000" dirty="0" err="1"/>
              <a:t>tiene</a:t>
            </a:r>
            <a:r>
              <a:rPr sz="2000" dirty="0"/>
              <a:t> backup: Secondary </a:t>
            </a:r>
            <a:r>
              <a:rPr sz="2000" dirty="0" err="1"/>
              <a:t>NameNode</a:t>
            </a:r>
            <a:r>
              <a:rPr sz="2000" dirty="0"/>
              <a:t>)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 err="1"/>
              <a:t>DataNodes</a:t>
            </a:r>
            <a:r>
              <a:rPr sz="2000" dirty="0"/>
              <a:t> (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estantes</a:t>
            </a:r>
            <a:r>
              <a:rPr sz="2000" dirty="0"/>
              <a:t>):</a:t>
            </a:r>
          </a:p>
          <a:p>
            <a:r>
              <a:rPr sz="2000" dirty="0"/>
              <a:t>  → </a:t>
            </a:r>
            <a:r>
              <a:rPr sz="2000" dirty="0" err="1"/>
              <a:t>Almacenan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bloques</a:t>
            </a:r>
            <a:r>
              <a:rPr sz="2000" dirty="0"/>
              <a:t> reales de </a:t>
            </a:r>
            <a:r>
              <a:rPr sz="2000" dirty="0" err="1"/>
              <a:t>datos</a:t>
            </a:r>
            <a:endParaRPr sz="2000" dirty="0"/>
          </a:p>
          <a:p>
            <a:r>
              <a:rPr sz="2000" dirty="0"/>
              <a:t>  → </a:t>
            </a:r>
            <a:r>
              <a:rPr sz="2000" dirty="0" err="1"/>
              <a:t>Reportan</a:t>
            </a:r>
            <a:r>
              <a:rPr sz="2000" dirty="0"/>
              <a:t> al </a:t>
            </a:r>
            <a:r>
              <a:rPr sz="2000" dirty="0" err="1"/>
              <a:t>NameNode</a:t>
            </a:r>
            <a:r>
              <a:rPr sz="2000" dirty="0"/>
              <a:t> </a:t>
            </a:r>
            <a:r>
              <a:rPr sz="2000" dirty="0" err="1"/>
              <a:t>periódicamente</a:t>
            </a:r>
            <a:r>
              <a:rPr sz="2000" dirty="0"/>
              <a:t> (heartbeat)</a:t>
            </a:r>
          </a:p>
          <a:p>
            <a:r>
              <a:rPr sz="2000" dirty="0"/>
              <a:t>  → </a:t>
            </a:r>
            <a:r>
              <a:rPr sz="2000" dirty="0" err="1"/>
              <a:t>Pueden</a:t>
            </a:r>
            <a:r>
              <a:rPr sz="2000" dirty="0"/>
              <a:t> ser miles de </a:t>
            </a:r>
            <a:r>
              <a:rPr sz="2000" dirty="0" err="1"/>
              <a:t>servidores</a:t>
            </a:r>
            <a:r>
              <a:rPr sz="2000" dirty="0"/>
              <a:t> commodity</a:t>
            </a:r>
          </a:p>
          <a:p>
            <a:endParaRPr sz="2000" dirty="0"/>
          </a:p>
          <a:p>
            <a:r>
              <a:rPr sz="2000" dirty="0" err="1"/>
              <a:t>Cliente</a:t>
            </a:r>
            <a:r>
              <a:rPr sz="2000" dirty="0"/>
              <a:t>: le </a:t>
            </a:r>
            <a:r>
              <a:rPr sz="2000" dirty="0" err="1"/>
              <a:t>pregunta</a:t>
            </a:r>
            <a:r>
              <a:rPr sz="2000" dirty="0"/>
              <a:t> al </a:t>
            </a:r>
            <a:r>
              <a:rPr sz="2000" dirty="0" err="1"/>
              <a:t>NameNode</a:t>
            </a:r>
            <a:r>
              <a:rPr sz="2000" dirty="0"/>
              <a:t> </a:t>
            </a:r>
            <a:r>
              <a:rPr sz="2000" dirty="0" err="1"/>
              <a:t>dónde</a:t>
            </a:r>
            <a:r>
              <a:rPr sz="2000" dirty="0"/>
              <a:t> leer/</a:t>
            </a:r>
            <a:r>
              <a:rPr sz="2000" dirty="0" err="1"/>
              <a:t>escribir</a:t>
            </a:r>
            <a:r>
              <a:rPr sz="2000" dirty="0"/>
              <a:t>, luego </a:t>
            </a:r>
            <a:r>
              <a:rPr sz="2000" dirty="0" err="1"/>
              <a:t>va</a:t>
            </a:r>
            <a:r>
              <a:rPr sz="2000" dirty="0"/>
              <a:t> </a:t>
            </a:r>
            <a:r>
              <a:rPr sz="2000" dirty="0" err="1"/>
              <a:t>directo</a:t>
            </a:r>
            <a:r>
              <a:rPr sz="2000" dirty="0"/>
              <a:t> al </a:t>
            </a:r>
            <a:r>
              <a:rPr sz="2000" dirty="0" err="1"/>
              <a:t>DataNode</a:t>
            </a:r>
            <a:endParaRPr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HDFS — Diagrama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188720"/>
            <a:ext cx="3931920" cy="914400"/>
          </a:xfrm>
          <a:prstGeom prst="roundRect">
            <a:avLst/>
          </a:prstGeom>
          <a:solidFill>
            <a:srgbClr val="D49B10"/>
          </a:solidFill>
          <a:ln w="19050">
            <a:solidFill>
              <a:srgbClr val="D49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NameNode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(Metadata: qué bloque está en qué nodo)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1488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B6B6B"/>
                </a:solidFill>
              </a:defRPr>
            </a:pPr>
            <a:r>
              <a:t>↓ heartbeat + reportes de bloques 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011680" cy="2926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t>DataNode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743200"/>
            <a:ext cx="2011680" cy="2926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80" y="2788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t>DataNode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743200"/>
            <a:ext cx="2011680" cy="2926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788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t>DataNode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743200"/>
            <a:ext cx="2011680" cy="2926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2788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t>DataNode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743200"/>
            <a:ext cx="2011680" cy="292608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2788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472C4"/>
                </a:solidFill>
              </a:defRPr>
            </a:pPr>
            <a:r>
              <a:t>DataNode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solidFill>
            <a:srgbClr val="E04B4B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657600"/>
            <a:ext cx="365760" cy="365760"/>
          </a:xfrm>
          <a:prstGeom prst="rect">
            <a:avLst/>
          </a:prstGeom>
          <a:solidFill>
            <a:srgbClr val="27AE6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3200400"/>
            <a:ext cx="365760" cy="365760"/>
          </a:xfrm>
          <a:prstGeom prst="rect">
            <a:avLst/>
          </a:prstGeom>
          <a:solidFill>
            <a:srgbClr val="27AE6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657600"/>
            <a:ext cx="365760" cy="365760"/>
          </a:xfrm>
          <a:prstGeom prst="rect">
            <a:avLst/>
          </a:prstGeom>
          <a:solidFill>
            <a:srgbClr val="8E44AD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200400"/>
            <a:ext cx="365760" cy="365760"/>
          </a:xfrm>
          <a:prstGeom prst="rect">
            <a:avLst/>
          </a:prstGeom>
          <a:solidFill>
            <a:srgbClr val="E04B4B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3657600"/>
            <a:ext cx="365760" cy="365760"/>
          </a:xfrm>
          <a:prstGeom prst="rect">
            <a:avLst/>
          </a:prstGeom>
          <a:solidFill>
            <a:srgbClr val="8E44AD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114800"/>
            <a:ext cx="365760" cy="365760"/>
          </a:xfrm>
          <a:prstGeom prst="rect">
            <a:avLst/>
          </a:prstGeom>
          <a:solidFill>
            <a:srgbClr val="2B559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200400"/>
            <a:ext cx="365760" cy="365760"/>
          </a:xfrm>
          <a:prstGeom prst="rect">
            <a:avLst/>
          </a:prstGeom>
          <a:solidFill>
            <a:srgbClr val="27AE60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657600"/>
            <a:ext cx="365760" cy="365760"/>
          </a:xfrm>
          <a:prstGeom prst="rect">
            <a:avLst/>
          </a:prstGeom>
          <a:solidFill>
            <a:srgbClr val="2B559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200400"/>
            <a:ext cx="365760" cy="365760"/>
          </a:xfrm>
          <a:prstGeom prst="rect">
            <a:avLst/>
          </a:prstGeom>
          <a:solidFill>
            <a:srgbClr val="E04B4B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120" y="3657600"/>
            <a:ext cx="365760" cy="365760"/>
          </a:xfrm>
          <a:prstGeom prst="rect">
            <a:avLst/>
          </a:prstGeom>
          <a:solidFill>
            <a:srgbClr val="8E44AD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0" y="4114800"/>
            <a:ext cx="365760" cy="365760"/>
          </a:xfrm>
          <a:prstGeom prst="rect">
            <a:avLst/>
          </a:prstGeom>
          <a:solidFill>
            <a:srgbClr val="2B559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F4F"/>
                </a:solidFill>
              </a:defRPr>
            </a:pPr>
            <a:r>
              <a:t>Cada bloque replicado ×3 → Si un nodo falla, los datos siguen disponibles en otros nodos</a:t>
            </a:r>
          </a:p>
          <a:p>
            <a:pPr>
              <a:defRPr sz="900">
                <a:solidFill>
                  <a:srgbClr val="6B6B6B"/>
                </a:solidFill>
              </a:defRPr>
            </a:pPr>
            <a:r>
              <a:t>■ Bloque A   ■ Bloque B   ■ Bloque C   ■ Bloque D  (archivo de 512MB dividido en 4 bloques de 128MB)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HDFS: Bloques y Replicación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Bloque: </a:t>
            </a:r>
            <a:r>
              <a:rPr sz="2000" dirty="0" err="1"/>
              <a:t>unidad</a:t>
            </a:r>
            <a:r>
              <a:rPr sz="2000" dirty="0"/>
              <a:t> </a:t>
            </a:r>
            <a:r>
              <a:rPr sz="2000" dirty="0" err="1"/>
              <a:t>mínima</a:t>
            </a:r>
            <a:r>
              <a:rPr sz="2000" dirty="0"/>
              <a:t> de </a:t>
            </a:r>
            <a:r>
              <a:rPr sz="2000" dirty="0" err="1"/>
              <a:t>almacenamiento</a:t>
            </a:r>
            <a:r>
              <a:rPr sz="2000" dirty="0"/>
              <a:t> (default: 128 MB)</a:t>
            </a:r>
          </a:p>
          <a:p>
            <a:endParaRPr sz="2000" dirty="0"/>
          </a:p>
          <a:p>
            <a:r>
              <a:rPr sz="2000" dirty="0" err="1"/>
              <a:t>Ejemplo</a:t>
            </a:r>
            <a:r>
              <a:rPr sz="2000" dirty="0"/>
              <a:t>: </a:t>
            </a:r>
            <a:r>
              <a:rPr sz="2000" dirty="0" err="1"/>
              <a:t>archivo</a:t>
            </a:r>
            <a:r>
              <a:rPr sz="2000" dirty="0"/>
              <a:t> de 400 MB → se divide </a:t>
            </a:r>
            <a:r>
              <a:rPr sz="2000" dirty="0" err="1"/>
              <a:t>en</a:t>
            </a:r>
            <a:r>
              <a:rPr sz="2000" dirty="0"/>
              <a:t> 4 </a:t>
            </a:r>
            <a:r>
              <a:rPr sz="2000" dirty="0" err="1"/>
              <a:t>bloques</a:t>
            </a:r>
            <a:r>
              <a:rPr sz="2000" dirty="0"/>
              <a:t>:</a:t>
            </a:r>
          </a:p>
          <a:p>
            <a:pPr lvl="1"/>
            <a:r>
              <a:rPr sz="1600" dirty="0"/>
              <a:t>Bloque A (128 MB), Bloque B (128 MB), Bloque C (128 MB), Bloque D (16 MB)</a:t>
            </a:r>
          </a:p>
          <a:p>
            <a:endParaRPr sz="2000" dirty="0"/>
          </a:p>
          <a:p>
            <a:r>
              <a:rPr sz="2000" dirty="0" err="1"/>
              <a:t>Replicación</a:t>
            </a:r>
            <a:r>
              <a:rPr sz="2000" dirty="0"/>
              <a:t> (default: 3 </a:t>
            </a:r>
            <a:r>
              <a:rPr sz="2000" dirty="0" err="1"/>
              <a:t>copias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bloque</a:t>
            </a:r>
            <a:r>
              <a:rPr sz="2000" dirty="0"/>
              <a:t>):</a:t>
            </a:r>
          </a:p>
          <a:p>
            <a:pPr lvl="1"/>
            <a:r>
              <a:rPr sz="1600" dirty="0"/>
              <a:t>  Bloque A → </a:t>
            </a:r>
            <a:r>
              <a:rPr sz="1600" dirty="0" err="1"/>
              <a:t>Nodo</a:t>
            </a:r>
            <a:r>
              <a:rPr sz="1600" dirty="0"/>
              <a:t> 1, </a:t>
            </a:r>
            <a:r>
              <a:rPr sz="1600" dirty="0" err="1"/>
              <a:t>Nodo</a:t>
            </a:r>
            <a:r>
              <a:rPr sz="1600" dirty="0"/>
              <a:t> 4, </a:t>
            </a:r>
            <a:r>
              <a:rPr sz="1600" dirty="0" err="1"/>
              <a:t>Nodo</a:t>
            </a:r>
            <a:r>
              <a:rPr sz="1600" dirty="0"/>
              <a:t> 7</a:t>
            </a:r>
          </a:p>
          <a:p>
            <a:pPr lvl="1"/>
            <a:r>
              <a:rPr sz="1600" dirty="0"/>
              <a:t>  Bloque B → </a:t>
            </a:r>
            <a:r>
              <a:rPr sz="1600" dirty="0" err="1"/>
              <a:t>Nodo</a:t>
            </a:r>
            <a:r>
              <a:rPr sz="1600" dirty="0"/>
              <a:t> 2, </a:t>
            </a:r>
            <a:r>
              <a:rPr sz="1600" dirty="0" err="1"/>
              <a:t>Nodo</a:t>
            </a:r>
            <a:r>
              <a:rPr sz="1600" dirty="0"/>
              <a:t> 5, </a:t>
            </a:r>
            <a:r>
              <a:rPr sz="1600" dirty="0" err="1"/>
              <a:t>Nodo</a:t>
            </a:r>
            <a:r>
              <a:rPr sz="1600" dirty="0"/>
              <a:t> 8</a:t>
            </a:r>
          </a:p>
          <a:p>
            <a:pPr lvl="1"/>
            <a:r>
              <a:rPr sz="1600" dirty="0"/>
              <a:t>  Bloque C → </a:t>
            </a:r>
            <a:r>
              <a:rPr sz="1600" dirty="0" err="1"/>
              <a:t>Nodo</a:t>
            </a:r>
            <a:r>
              <a:rPr sz="1600" dirty="0"/>
              <a:t> 3, </a:t>
            </a:r>
            <a:r>
              <a:rPr sz="1600" dirty="0" err="1"/>
              <a:t>Nodo</a:t>
            </a:r>
            <a:r>
              <a:rPr sz="1600" dirty="0"/>
              <a:t> 6, </a:t>
            </a:r>
            <a:r>
              <a:rPr sz="1600" dirty="0" err="1"/>
              <a:t>Nodo</a:t>
            </a:r>
            <a:r>
              <a:rPr sz="1600" dirty="0"/>
              <a:t> 1</a:t>
            </a:r>
          </a:p>
          <a:p>
            <a:pPr lvl="1"/>
            <a:r>
              <a:rPr sz="1600" dirty="0"/>
              <a:t>  Bloque D → </a:t>
            </a:r>
            <a:r>
              <a:rPr sz="1600" dirty="0" err="1"/>
              <a:t>Nodo</a:t>
            </a:r>
            <a:r>
              <a:rPr sz="1600" dirty="0"/>
              <a:t> 4, </a:t>
            </a:r>
            <a:r>
              <a:rPr sz="1600" dirty="0" err="1"/>
              <a:t>Nodo</a:t>
            </a:r>
            <a:r>
              <a:rPr sz="1600" dirty="0"/>
              <a:t> 2, </a:t>
            </a:r>
            <a:r>
              <a:rPr sz="1600" dirty="0" err="1"/>
              <a:t>Nodo</a:t>
            </a:r>
            <a:r>
              <a:rPr sz="1600" dirty="0"/>
              <a:t> 9</a:t>
            </a:r>
          </a:p>
          <a:p>
            <a:endParaRPr sz="2000" dirty="0"/>
          </a:p>
          <a:p>
            <a:r>
              <a:rPr sz="2000" dirty="0"/>
              <a:t>Si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Nodo</a:t>
            </a:r>
            <a:r>
              <a:rPr sz="2000" dirty="0"/>
              <a:t> 1 </a:t>
            </a:r>
            <a:r>
              <a:rPr sz="2000" dirty="0" err="1"/>
              <a:t>falla</a:t>
            </a:r>
            <a:r>
              <a:rPr sz="2000" dirty="0"/>
              <a:t> → </a:t>
            </a:r>
            <a:r>
              <a:rPr sz="2000" dirty="0" err="1"/>
              <a:t>Bloques</a:t>
            </a:r>
            <a:r>
              <a:rPr sz="2000" dirty="0"/>
              <a:t> A y C </a:t>
            </a:r>
            <a:r>
              <a:rPr sz="2000" dirty="0" err="1"/>
              <a:t>siguen</a:t>
            </a:r>
            <a:r>
              <a:rPr sz="2000" dirty="0"/>
              <a:t> </a:t>
            </a:r>
            <a:r>
              <a:rPr sz="2000" dirty="0" err="1"/>
              <a:t>disponibles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otros</a:t>
            </a:r>
            <a:r>
              <a:rPr sz="2000" dirty="0"/>
              <a:t> </a:t>
            </a:r>
            <a:r>
              <a:rPr sz="2000" dirty="0" err="1"/>
              <a:t>nodos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HDFS: Data Locality — ¿Por qué importa?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Principio: Mover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cómputo</a:t>
            </a:r>
            <a:r>
              <a:rPr sz="2000" dirty="0"/>
              <a:t> </a:t>
            </a:r>
            <a:r>
              <a:rPr sz="2000" dirty="0" err="1"/>
              <a:t>hacia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datos</a:t>
            </a:r>
            <a:r>
              <a:rPr sz="2000" dirty="0"/>
              <a:t>, NO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datos</a:t>
            </a:r>
            <a:r>
              <a:rPr sz="2000" dirty="0"/>
              <a:t> </a:t>
            </a:r>
            <a:r>
              <a:rPr sz="2000" dirty="0" err="1"/>
              <a:t>hacia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cómputo</a:t>
            </a:r>
            <a:endParaRPr sz="2000" dirty="0"/>
          </a:p>
          <a:p>
            <a:endParaRPr sz="2000" dirty="0"/>
          </a:p>
          <a:p>
            <a:r>
              <a:rPr sz="2000" dirty="0"/>
              <a:t>Sin data locality:</a:t>
            </a:r>
          </a:p>
          <a:p>
            <a:pPr marL="0" indent="0">
              <a:buNone/>
            </a:pPr>
            <a:r>
              <a:rPr sz="2000" dirty="0"/>
              <a:t>  → Bloque A </a:t>
            </a:r>
            <a:r>
              <a:rPr sz="2000" dirty="0" err="1"/>
              <a:t>está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Nodo</a:t>
            </a:r>
            <a:r>
              <a:rPr sz="2000" dirty="0"/>
              <a:t> 1, </a:t>
            </a:r>
            <a:r>
              <a:rPr sz="2000" dirty="0" err="1"/>
              <a:t>pero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cómputo</a:t>
            </a:r>
            <a:r>
              <a:rPr sz="2000" dirty="0"/>
              <a:t> </a:t>
            </a:r>
            <a:r>
              <a:rPr sz="2000" dirty="0" err="1"/>
              <a:t>corre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Nodo</a:t>
            </a:r>
            <a:r>
              <a:rPr sz="2000" dirty="0"/>
              <a:t> 5</a:t>
            </a:r>
          </a:p>
          <a:p>
            <a:pPr marL="0" indent="0">
              <a:buNone/>
            </a:pPr>
            <a:r>
              <a:rPr sz="2000" dirty="0"/>
              <a:t>  → Hay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transferir</a:t>
            </a:r>
            <a:r>
              <a:rPr sz="2000" dirty="0"/>
              <a:t> 128 MB </a:t>
            </a:r>
            <a:r>
              <a:rPr sz="2000" dirty="0" err="1"/>
              <a:t>por</a:t>
            </a:r>
            <a:r>
              <a:rPr sz="2000" dirty="0"/>
              <a:t> la red → LENTO</a:t>
            </a:r>
          </a:p>
          <a:p>
            <a:endParaRPr sz="2000" dirty="0"/>
          </a:p>
          <a:p>
            <a:r>
              <a:rPr sz="2000" dirty="0"/>
              <a:t>Con data locality:</a:t>
            </a:r>
          </a:p>
          <a:p>
            <a:pPr marL="0" indent="0">
              <a:buNone/>
            </a:pPr>
            <a:r>
              <a:rPr sz="2000" dirty="0"/>
              <a:t>  → El MapReduce scheduler </a:t>
            </a:r>
            <a:r>
              <a:rPr sz="2000" dirty="0" err="1"/>
              <a:t>asigna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Map task al </a:t>
            </a:r>
            <a:r>
              <a:rPr sz="2000" dirty="0" err="1"/>
              <a:t>Nodo</a:t>
            </a:r>
            <a:r>
              <a:rPr sz="2000" dirty="0"/>
              <a:t> 1</a:t>
            </a:r>
          </a:p>
          <a:p>
            <a:pPr marL="0" indent="0">
              <a:buNone/>
            </a:pPr>
            <a:r>
              <a:rPr sz="2000" dirty="0"/>
              <a:t>  → El </a:t>
            </a:r>
            <a:r>
              <a:rPr sz="2000" dirty="0" err="1"/>
              <a:t>Nodo</a:t>
            </a:r>
            <a:r>
              <a:rPr sz="2000" dirty="0"/>
              <a:t> 1 </a:t>
            </a:r>
            <a:r>
              <a:rPr sz="2000" dirty="0" err="1"/>
              <a:t>procesa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bloque</a:t>
            </a:r>
            <a:r>
              <a:rPr sz="2000" dirty="0"/>
              <a:t> </a:t>
            </a:r>
            <a:r>
              <a:rPr sz="2000" dirty="0" err="1"/>
              <a:t>localmente</a:t>
            </a:r>
            <a:r>
              <a:rPr sz="2000" dirty="0"/>
              <a:t> → sin </a:t>
            </a:r>
            <a:r>
              <a:rPr sz="2000" dirty="0" err="1"/>
              <a:t>transferencia</a:t>
            </a:r>
            <a:r>
              <a:rPr sz="2000" dirty="0"/>
              <a:t> de red</a:t>
            </a:r>
          </a:p>
          <a:p>
            <a:endParaRPr sz="2000" dirty="0"/>
          </a:p>
          <a:p>
            <a:r>
              <a:rPr sz="2000" dirty="0"/>
              <a:t>Esto es la clave de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qué</a:t>
            </a:r>
            <a:r>
              <a:rPr sz="2000" dirty="0"/>
              <a:t> Hadoop </a:t>
            </a:r>
            <a:r>
              <a:rPr sz="2000" dirty="0" err="1"/>
              <a:t>escala</a:t>
            </a:r>
            <a:r>
              <a:rPr sz="2000" dirty="0"/>
              <a:t>:</a:t>
            </a:r>
          </a:p>
          <a:p>
            <a:pPr marL="0" indent="0">
              <a:buNone/>
            </a:pPr>
            <a:r>
              <a:rPr lang="es-419" sz="2000" dirty="0"/>
              <a:t>	</a:t>
            </a:r>
            <a:r>
              <a:rPr sz="2000" dirty="0"/>
              <a:t>10 </a:t>
            </a:r>
            <a:r>
              <a:rPr sz="2000" dirty="0" err="1"/>
              <a:t>nodos</a:t>
            </a:r>
            <a:r>
              <a:rPr sz="2000" dirty="0"/>
              <a:t> con sus </a:t>
            </a:r>
            <a:r>
              <a:rPr sz="2000" dirty="0" err="1"/>
              <a:t>datos</a:t>
            </a:r>
            <a:r>
              <a:rPr sz="2000" dirty="0"/>
              <a:t> locales = 10x </a:t>
            </a:r>
            <a:r>
              <a:rPr sz="2000" dirty="0" err="1"/>
              <a:t>más</a:t>
            </a:r>
            <a:r>
              <a:rPr sz="2000" dirty="0"/>
              <a:t> </a:t>
            </a:r>
            <a:r>
              <a:rPr sz="2000" dirty="0" err="1"/>
              <a:t>rápido</a:t>
            </a:r>
            <a:r>
              <a:rPr sz="2000" dirty="0"/>
              <a:t> (ideal)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HDFS + MapReduce = El ecosistema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1. Un </a:t>
            </a:r>
            <a:r>
              <a:rPr sz="2400" dirty="0" err="1"/>
              <a:t>archivo</a:t>
            </a:r>
            <a:r>
              <a:rPr sz="2400" dirty="0"/>
              <a:t> grande se </a:t>
            </a:r>
            <a:r>
              <a:rPr sz="2400" dirty="0" err="1"/>
              <a:t>sube</a:t>
            </a:r>
            <a:r>
              <a:rPr sz="2400" dirty="0"/>
              <a:t> a HDFS → se divide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bloques</a:t>
            </a:r>
            <a:r>
              <a:rPr sz="2400" dirty="0"/>
              <a:t> → se replica</a:t>
            </a:r>
          </a:p>
          <a:p>
            <a:r>
              <a:rPr sz="2400" dirty="0"/>
              <a:t>2. Se </a:t>
            </a:r>
            <a:r>
              <a:rPr sz="2400" dirty="0" err="1"/>
              <a:t>lanza</a:t>
            </a:r>
            <a:r>
              <a:rPr sz="2400" dirty="0"/>
              <a:t> un job MapReduce:</a:t>
            </a:r>
          </a:p>
          <a:p>
            <a:pPr marL="457200" lvl="1" indent="0">
              <a:buNone/>
            </a:pPr>
            <a:r>
              <a:rPr sz="2000" dirty="0"/>
              <a:t>   a) El </a:t>
            </a:r>
            <a:r>
              <a:rPr sz="2000" dirty="0" err="1"/>
              <a:t>NameNode</a:t>
            </a:r>
            <a:r>
              <a:rPr sz="2000" dirty="0"/>
              <a:t> dice </a:t>
            </a:r>
            <a:r>
              <a:rPr sz="2000" dirty="0" err="1"/>
              <a:t>dónde</a:t>
            </a:r>
            <a:r>
              <a:rPr sz="2000" dirty="0"/>
              <a:t> </a:t>
            </a:r>
            <a:r>
              <a:rPr sz="2000" dirty="0" err="1"/>
              <a:t>están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bloques</a:t>
            </a:r>
            <a:endParaRPr sz="2000" dirty="0"/>
          </a:p>
          <a:p>
            <a:pPr marL="457200" lvl="1" indent="0">
              <a:buNone/>
            </a:pPr>
            <a:r>
              <a:rPr sz="2000" dirty="0"/>
              <a:t>   b) Se </a:t>
            </a:r>
            <a:r>
              <a:rPr sz="2000" dirty="0" err="1"/>
              <a:t>asigna</a:t>
            </a:r>
            <a:r>
              <a:rPr sz="2000" dirty="0"/>
              <a:t> UN mapper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bloque</a:t>
            </a:r>
            <a:r>
              <a:rPr sz="2000" dirty="0"/>
              <a:t> (data locality)</a:t>
            </a:r>
          </a:p>
          <a:p>
            <a:pPr marL="457200" lvl="1" indent="0">
              <a:buNone/>
            </a:pPr>
            <a:r>
              <a:rPr sz="2000" dirty="0"/>
              <a:t>   c) Cada mapper </a:t>
            </a:r>
            <a:r>
              <a:rPr sz="2000" dirty="0" err="1"/>
              <a:t>procesa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bloque</a:t>
            </a:r>
            <a:r>
              <a:rPr sz="2000" dirty="0"/>
              <a:t> → </a:t>
            </a:r>
            <a:r>
              <a:rPr sz="2000" dirty="0" err="1"/>
              <a:t>emite</a:t>
            </a:r>
            <a:r>
              <a:rPr sz="2000" dirty="0"/>
              <a:t> (key, value)</a:t>
            </a:r>
          </a:p>
          <a:p>
            <a:pPr marL="457200" lvl="1" indent="0">
              <a:buNone/>
            </a:pPr>
            <a:r>
              <a:rPr sz="2000" dirty="0"/>
              <a:t>   d) Shuffle </a:t>
            </a:r>
            <a:r>
              <a:rPr sz="2000" dirty="0" err="1"/>
              <a:t>redistribuye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clave entre </a:t>
            </a:r>
            <a:r>
              <a:rPr sz="2000" dirty="0" err="1"/>
              <a:t>los</a:t>
            </a:r>
            <a:r>
              <a:rPr sz="2000" dirty="0"/>
              <a:t> reducers</a:t>
            </a:r>
          </a:p>
          <a:p>
            <a:pPr marL="457200" lvl="1" indent="0">
              <a:buNone/>
            </a:pPr>
            <a:r>
              <a:rPr sz="2000" dirty="0"/>
              <a:t>   e) Los reducers </a:t>
            </a:r>
            <a:r>
              <a:rPr sz="2000" dirty="0" err="1"/>
              <a:t>agregan</a:t>
            </a:r>
            <a:r>
              <a:rPr sz="2000" dirty="0"/>
              <a:t> y </a:t>
            </a:r>
            <a:r>
              <a:rPr sz="2000" dirty="0" err="1"/>
              <a:t>producen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resultado</a:t>
            </a:r>
            <a:r>
              <a:rPr sz="2000" dirty="0"/>
              <a:t> final</a:t>
            </a:r>
          </a:p>
          <a:p>
            <a:endParaRPr sz="2400" dirty="0"/>
          </a:p>
          <a:p>
            <a:r>
              <a:rPr sz="2400" dirty="0" err="1"/>
              <a:t>Tolerancia</a:t>
            </a:r>
            <a:r>
              <a:rPr sz="2400" dirty="0"/>
              <a:t> a </a:t>
            </a:r>
            <a:r>
              <a:rPr sz="2400" dirty="0" err="1"/>
              <a:t>fallos</a:t>
            </a:r>
            <a:r>
              <a:rPr sz="2400" dirty="0"/>
              <a:t>: </a:t>
            </a:r>
            <a:r>
              <a:rPr sz="2400" dirty="0" err="1"/>
              <a:t>si</a:t>
            </a:r>
            <a:r>
              <a:rPr sz="2400" dirty="0"/>
              <a:t> un </a:t>
            </a:r>
            <a:r>
              <a:rPr sz="2400" dirty="0" err="1"/>
              <a:t>nodo</a:t>
            </a:r>
            <a:r>
              <a:rPr sz="2400" dirty="0"/>
              <a:t> </a:t>
            </a:r>
            <a:r>
              <a:rPr sz="2400" dirty="0" err="1"/>
              <a:t>falla</a:t>
            </a:r>
            <a:r>
              <a:rPr sz="2400" dirty="0"/>
              <a:t>, </a:t>
            </a:r>
            <a:r>
              <a:rPr sz="2400" dirty="0" err="1"/>
              <a:t>el</a:t>
            </a:r>
            <a:r>
              <a:rPr sz="2400" dirty="0"/>
              <a:t> scheduler</a:t>
            </a:r>
          </a:p>
          <a:p>
            <a:r>
              <a:rPr sz="2400" dirty="0"/>
              <a:t>re-</a:t>
            </a:r>
            <a:r>
              <a:rPr sz="2400" dirty="0" err="1"/>
              <a:t>ejecuta</a:t>
            </a:r>
            <a:r>
              <a:rPr sz="2400" dirty="0"/>
              <a:t> ese map task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otro</a:t>
            </a:r>
            <a:r>
              <a:rPr sz="2400" dirty="0"/>
              <a:t> </a:t>
            </a:r>
            <a:r>
              <a:rPr sz="2400" dirty="0" err="1"/>
              <a:t>nodo</a:t>
            </a:r>
            <a:r>
              <a:rPr sz="2400" dirty="0"/>
              <a:t>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tenga</a:t>
            </a:r>
            <a:r>
              <a:rPr sz="2400" dirty="0"/>
              <a:t>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réplica</a:t>
            </a:r>
            <a:r>
              <a:rPr sz="2400" dirty="0"/>
              <a:t> del </a:t>
            </a:r>
            <a:r>
              <a:rPr sz="2400" dirty="0" err="1"/>
              <a:t>bloque</a:t>
            </a:r>
            <a:endParaRPr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Shuffle: El cartero de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 err="1"/>
              <a:t>Problema</a:t>
            </a:r>
            <a:r>
              <a:rPr sz="2000" dirty="0"/>
              <a:t>: </a:t>
            </a:r>
            <a:endParaRPr lang="es-419" sz="2000" dirty="0"/>
          </a:p>
          <a:p>
            <a:r>
              <a:rPr sz="2000" dirty="0"/>
              <a:t>Mapper 1 (</a:t>
            </a:r>
            <a:r>
              <a:rPr sz="2000" dirty="0" err="1"/>
              <a:t>Nodo</a:t>
            </a:r>
            <a:r>
              <a:rPr sz="2000" dirty="0"/>
              <a:t> A) produce ('Medellín', 500)</a:t>
            </a:r>
          </a:p>
          <a:p>
            <a:r>
              <a:rPr lang="en-US" sz="2000" dirty="0"/>
              <a:t>Mapper 2 (</a:t>
            </a:r>
            <a:r>
              <a:rPr lang="en-US" sz="2000" dirty="0" err="1"/>
              <a:t>Nodo</a:t>
            </a:r>
            <a:r>
              <a:rPr lang="en-US" sz="2000" dirty="0"/>
              <a:t> B) produce ('Medellín', 200)</a:t>
            </a:r>
          </a:p>
          <a:p>
            <a:r>
              <a:rPr lang="en-US" sz="2000" dirty="0"/>
              <a:t>Pero </a:t>
            </a:r>
            <a:r>
              <a:rPr lang="en-US" sz="2000" dirty="0" err="1"/>
              <a:t>el</a:t>
            </a:r>
            <a:r>
              <a:rPr lang="en-US" sz="2000" dirty="0"/>
              <a:t> Reducer de 'Medellín'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Nodo</a:t>
            </a:r>
            <a:r>
              <a:rPr lang="en-US" sz="2000" dirty="0"/>
              <a:t> C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/>
              <a:t>¿</a:t>
            </a:r>
            <a:r>
              <a:rPr sz="2000" dirty="0" err="1"/>
              <a:t>Cómo</a:t>
            </a:r>
            <a:r>
              <a:rPr sz="2000" dirty="0"/>
              <a:t> </a:t>
            </a:r>
            <a:r>
              <a:rPr sz="2000" dirty="0" err="1"/>
              <a:t>llegan</a:t>
            </a:r>
            <a:r>
              <a:rPr sz="2000" dirty="0"/>
              <a:t> </a:t>
            </a:r>
            <a:r>
              <a:rPr sz="2000" dirty="0" err="1"/>
              <a:t>todos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valores</a:t>
            </a:r>
            <a:r>
              <a:rPr sz="2000" dirty="0"/>
              <a:t> de 'Medellín' al </a:t>
            </a:r>
            <a:r>
              <a:rPr sz="2000" dirty="0" err="1"/>
              <a:t>mismo</a:t>
            </a:r>
            <a:r>
              <a:rPr sz="2000" dirty="0"/>
              <a:t> reducer?</a:t>
            </a:r>
          </a:p>
          <a:p>
            <a:endParaRPr sz="2000" dirty="0"/>
          </a:p>
          <a:p>
            <a:pPr marL="0" indent="0">
              <a:buNone/>
            </a:pPr>
            <a:r>
              <a:rPr sz="2000" dirty="0" err="1"/>
              <a:t>Analogía</a:t>
            </a:r>
            <a:r>
              <a:rPr sz="2000" dirty="0"/>
              <a:t> del </a:t>
            </a:r>
            <a:r>
              <a:rPr sz="2000" dirty="0" err="1"/>
              <a:t>correo</a:t>
            </a:r>
            <a:r>
              <a:rPr sz="2000" dirty="0"/>
              <a:t> postal:</a:t>
            </a:r>
          </a:p>
          <a:p>
            <a:r>
              <a:rPr sz="2000" dirty="0"/>
              <a:t>  Cada mapper =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oficina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produce cartas</a:t>
            </a:r>
          </a:p>
          <a:p>
            <a:r>
              <a:rPr sz="2000" dirty="0"/>
              <a:t>  Cada carta </a:t>
            </a:r>
            <a:r>
              <a:rPr sz="2000" dirty="0" err="1"/>
              <a:t>tiene</a:t>
            </a:r>
            <a:r>
              <a:rPr sz="2000" dirty="0"/>
              <a:t> </a:t>
            </a:r>
            <a:r>
              <a:rPr sz="2000" dirty="0" err="1"/>
              <a:t>destinatario</a:t>
            </a:r>
            <a:r>
              <a:rPr sz="2000" dirty="0"/>
              <a:t> = clave (</a:t>
            </a:r>
            <a:r>
              <a:rPr sz="2000" dirty="0" err="1"/>
              <a:t>ej</a:t>
            </a:r>
            <a:r>
              <a:rPr sz="2000" dirty="0"/>
              <a:t>: 'Medellín')</a:t>
            </a:r>
          </a:p>
          <a:p>
            <a:r>
              <a:rPr sz="2000" dirty="0"/>
              <a:t>  El </a:t>
            </a:r>
            <a:r>
              <a:rPr sz="2000" dirty="0" err="1"/>
              <a:t>servicio</a:t>
            </a:r>
            <a:r>
              <a:rPr sz="2000" dirty="0"/>
              <a:t> postal (Shuffle) </a:t>
            </a:r>
            <a:r>
              <a:rPr sz="2000" dirty="0" err="1"/>
              <a:t>recoge</a:t>
            </a:r>
            <a:r>
              <a:rPr sz="2000" dirty="0"/>
              <a:t> TODAS las cartas</a:t>
            </a:r>
          </a:p>
          <a:p>
            <a:r>
              <a:rPr sz="2000" dirty="0"/>
              <a:t>  Las </a:t>
            </a:r>
            <a:r>
              <a:rPr sz="2000" dirty="0" err="1"/>
              <a:t>agrupa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destinatario</a:t>
            </a:r>
            <a:r>
              <a:rPr sz="2000" dirty="0"/>
              <a:t> y las </a:t>
            </a:r>
            <a:r>
              <a:rPr sz="2000" dirty="0" err="1"/>
              <a:t>entrega</a:t>
            </a:r>
            <a:r>
              <a:rPr sz="2000" dirty="0"/>
              <a:t> al reducer </a:t>
            </a:r>
            <a:r>
              <a:rPr sz="2000" dirty="0" err="1"/>
              <a:t>correcto</a:t>
            </a:r>
            <a:endParaRPr sz="2000" dirty="0"/>
          </a:p>
          <a:p>
            <a:endParaRPr sz="2000" dirty="0"/>
          </a:p>
          <a:p>
            <a:r>
              <a:rPr sz="2000" dirty="0"/>
              <a:t>Sin </a:t>
            </a:r>
            <a:r>
              <a:rPr sz="2000" dirty="0" err="1"/>
              <a:t>el</a:t>
            </a:r>
            <a:r>
              <a:rPr sz="2000" dirty="0"/>
              <a:t> Shuffle, </a:t>
            </a:r>
            <a:r>
              <a:rPr sz="2000" dirty="0" err="1"/>
              <a:t>cada</a:t>
            </a:r>
            <a:r>
              <a:rPr sz="2000" dirty="0"/>
              <a:t> mapper solo </a:t>
            </a:r>
            <a:r>
              <a:rPr sz="2000" dirty="0" err="1"/>
              <a:t>conoce</a:t>
            </a:r>
            <a:r>
              <a:rPr sz="2000" dirty="0"/>
              <a:t> SUS </a:t>
            </a:r>
            <a:r>
              <a:rPr sz="2000" dirty="0" err="1"/>
              <a:t>resultados</a:t>
            </a:r>
            <a:r>
              <a:rPr sz="2000" dirty="0"/>
              <a:t> </a:t>
            </a:r>
            <a:r>
              <a:rPr sz="2000" dirty="0" err="1"/>
              <a:t>parciales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Shuffle: Cada reducer recoge SU partición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472C4"/>
                </a:solidFill>
              </a:defRPr>
            </a:pPr>
            <a:r>
              <a:t>Mappers (cada uno en su nodo)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200400" cy="11887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Mapper A (Nodo 1)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('Medellín',500) ('Bogotá',300)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926080"/>
            <a:ext cx="3200400" cy="11887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Mapper B (Nodo 2)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('Cali',150) ('Medellín',200)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389120"/>
            <a:ext cx="3200400" cy="118872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Mapper C (Nodo 3)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('Bogotá',400) ('Cali',100)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430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B6B6B"/>
                </a:solidFill>
              </a:defRPr>
            </a:pPr>
            <a:r>
              <a:t>hash(clave) % 3 → decide destino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554480"/>
            <a:ext cx="3931920" cy="393192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D7D31"/>
                </a:solidFill>
              </a:defRPr>
            </a:pPr>
            <a:r>
              <a:t>🔀 RED / SHUFFLE</a:t>
            </a:r>
          </a:p>
          <a:p>
            <a:pPr algn="ctr">
              <a:defRPr sz="900">
                <a:solidFill>
                  <a:srgbClr val="333F4F"/>
                </a:solidFill>
              </a:defRPr>
            </a:pPr>
            <a:endParaRPr/>
          </a:p>
          <a:p>
            <a:pPr algn="ctr">
              <a:defRPr sz="900">
                <a:solidFill>
                  <a:srgbClr val="333F4F"/>
                </a:solidFill>
              </a:defRPr>
            </a:pPr>
            <a:r>
              <a:t>Cada reducer contacta</a:t>
            </a:r>
          </a:p>
          <a:p>
            <a:pPr algn="ctr">
              <a:defRPr sz="900">
                <a:solidFill>
                  <a:srgbClr val="333F4F"/>
                </a:solidFill>
              </a:defRPr>
            </a:pPr>
            <a:r>
              <a:t>TODOS los mappers y</a:t>
            </a:r>
          </a:p>
          <a:p>
            <a:pPr algn="ctr">
              <a:defRPr sz="900">
                <a:solidFill>
                  <a:srgbClr val="333F4F"/>
                </a:solidFill>
              </a:defRPr>
            </a:pPr>
            <a:r>
              <a:t>descarga su partición:</a:t>
            </a:r>
          </a:p>
          <a:p>
            <a:pPr algn="ctr">
              <a:defRPr sz="900">
                <a:solidFill>
                  <a:srgbClr val="333F4F"/>
                </a:solidFill>
              </a:defRPr>
            </a:pPr>
            <a:endParaRPr/>
          </a:p>
          <a:p>
            <a:pPr algn="ctr">
              <a:defRPr sz="900">
                <a:solidFill>
                  <a:srgbClr val="333F4F"/>
                </a:solidFill>
              </a:defRPr>
            </a:pPr>
            <a:r>
              <a:t>R0 ← Medellín de A,B</a:t>
            </a:r>
          </a:p>
          <a:p>
            <a:pPr algn="ctr">
              <a:defRPr sz="900">
                <a:solidFill>
                  <a:srgbClr val="333F4F"/>
                </a:solidFill>
              </a:defRPr>
            </a:pPr>
            <a:r>
              <a:t>R1 ← Bogotá de A,C</a:t>
            </a:r>
          </a:p>
          <a:p>
            <a:pPr algn="ctr">
              <a:defRPr sz="900">
                <a:solidFill>
                  <a:srgbClr val="333F4F"/>
                </a:solidFill>
              </a:defRPr>
            </a:pPr>
            <a:r>
              <a:t>R2 ← Cali de B,C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1430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70AD47"/>
                </a:solidFill>
              </a:defRPr>
            </a:pPr>
            <a:r>
              <a:t>Reducers (agrupados por clave)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11887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Reducer 0 — 'Medellín'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Recibe: [500, 200] → sum = 700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26080"/>
            <a:ext cx="3474720" cy="11887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Reducer 1 — 'Bogotá'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Recibe: [300, 400] → sum = 700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389120"/>
            <a:ext cx="3474720" cy="11887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Reducer 2 — 'Cali'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Recibe: [150, 100] → sum = 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F4F"/>
                </a:solidFill>
              </a:defRPr>
            </a:pPr>
            <a:r>
              <a:t>📌 N mappers × M reducers = N×M transferencias por red — esta es la fase MÁS COSTOSA</a:t>
            </a:r>
          </a:p>
          <a:p>
            <a:pPr>
              <a:defRPr sz="900" i="1">
                <a:solidFill>
                  <a:srgbClr val="6B6B6B"/>
                </a:solidFill>
              </a:defRPr>
            </a:pPr>
            <a:r>
              <a:t>     Usa el ejemplo de ventas de la slide anterior: los datos se redistribuyen por ciudad entre los reducers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costo del Shuffle (la fase más cara)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Paso 1 </a:t>
            </a:r>
            <a:endParaRPr lang="es-419" sz="1600" dirty="0"/>
          </a:p>
          <a:p>
            <a:pPr marL="0" indent="0">
              <a:buNone/>
            </a:pPr>
            <a:r>
              <a:rPr sz="1600" dirty="0" err="1"/>
              <a:t>Partición</a:t>
            </a:r>
            <a:r>
              <a:rPr sz="1600" dirty="0"/>
              <a:t>: hash(key) % </a:t>
            </a:r>
            <a:r>
              <a:rPr sz="1600" dirty="0" err="1"/>
              <a:t>num_reducers</a:t>
            </a:r>
            <a:r>
              <a:rPr sz="1600" dirty="0"/>
              <a:t> → decide </a:t>
            </a:r>
            <a:r>
              <a:rPr sz="1600" dirty="0" err="1"/>
              <a:t>destino</a:t>
            </a:r>
            <a:endParaRPr sz="1600" dirty="0"/>
          </a:p>
          <a:p>
            <a:pPr lvl="1"/>
            <a:r>
              <a:rPr sz="1200" dirty="0"/>
              <a:t>  hash('Medellín') % 3 = 0 → </a:t>
            </a:r>
            <a:r>
              <a:rPr sz="1200" dirty="0" err="1"/>
              <a:t>va</a:t>
            </a:r>
            <a:r>
              <a:rPr sz="1200" dirty="0"/>
              <a:t> al Reducer 0</a:t>
            </a:r>
          </a:p>
          <a:p>
            <a:pPr lvl="1"/>
            <a:r>
              <a:rPr sz="1200" dirty="0"/>
              <a:t>  hash('Bogotá') % 3 = 1 → </a:t>
            </a:r>
            <a:r>
              <a:rPr sz="1200" dirty="0" err="1"/>
              <a:t>va</a:t>
            </a:r>
            <a:r>
              <a:rPr sz="1200" dirty="0"/>
              <a:t> al Reducer 1</a:t>
            </a:r>
            <a:endParaRPr sz="1600" dirty="0"/>
          </a:p>
          <a:p>
            <a:pPr marL="0" indent="0">
              <a:buNone/>
            </a:pPr>
            <a:r>
              <a:rPr sz="1600" dirty="0"/>
              <a:t>Paso 2</a:t>
            </a:r>
            <a:endParaRPr lang="es-419" sz="1600" dirty="0"/>
          </a:p>
          <a:p>
            <a:pPr marL="0" indent="0">
              <a:buNone/>
            </a:pPr>
            <a:r>
              <a:rPr sz="1600" dirty="0"/>
              <a:t>Spill a disco: </a:t>
            </a:r>
            <a:r>
              <a:rPr sz="1600" dirty="0" err="1"/>
              <a:t>cada</a:t>
            </a:r>
            <a:r>
              <a:rPr sz="1600" dirty="0"/>
              <a:t> mapper ESCRIBE </a:t>
            </a:r>
            <a:r>
              <a:rPr sz="1600" dirty="0" err="1"/>
              <a:t>resultados</a:t>
            </a:r>
            <a:r>
              <a:rPr sz="1600" dirty="0"/>
              <a:t> al disco local</a:t>
            </a:r>
          </a:p>
          <a:p>
            <a:pPr marL="0" indent="0">
              <a:buNone/>
            </a:pPr>
            <a:r>
              <a:rPr lang="es-419" sz="1600" dirty="0"/>
              <a:t>	</a:t>
            </a:r>
            <a:r>
              <a:rPr sz="1600" dirty="0"/>
              <a:t>(¿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qué</a:t>
            </a:r>
            <a:r>
              <a:rPr sz="1600" dirty="0"/>
              <a:t>? Si </a:t>
            </a:r>
            <a:r>
              <a:rPr sz="1600" dirty="0" err="1"/>
              <a:t>el</a:t>
            </a:r>
            <a:r>
              <a:rPr sz="1600" dirty="0"/>
              <a:t> mapper </a:t>
            </a:r>
            <a:r>
              <a:rPr sz="1600" dirty="0" err="1"/>
              <a:t>falla</a:t>
            </a:r>
            <a:r>
              <a:rPr sz="1600" dirty="0"/>
              <a:t>,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intermedios</a:t>
            </a:r>
            <a:r>
              <a:rPr sz="1600" dirty="0"/>
              <a:t> no se </a:t>
            </a:r>
            <a:r>
              <a:rPr sz="1600" dirty="0" err="1"/>
              <a:t>pierden</a:t>
            </a:r>
            <a:r>
              <a:rPr sz="1600" dirty="0"/>
              <a:t>)</a:t>
            </a:r>
          </a:p>
          <a:p>
            <a:pPr marL="0" indent="0">
              <a:buNone/>
            </a:pPr>
            <a:r>
              <a:rPr sz="1600" dirty="0"/>
              <a:t>Paso 3</a:t>
            </a:r>
            <a:endParaRPr lang="es-419" sz="1600" dirty="0"/>
          </a:p>
          <a:p>
            <a:pPr marL="0" indent="0">
              <a:buNone/>
            </a:pPr>
            <a:r>
              <a:rPr sz="1600" dirty="0" err="1"/>
              <a:t>Transferencia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RED: </a:t>
            </a:r>
            <a:r>
              <a:rPr sz="1600" dirty="0" err="1"/>
              <a:t>cada</a:t>
            </a:r>
            <a:r>
              <a:rPr sz="1600" dirty="0"/>
              <a:t> reducer </a:t>
            </a:r>
            <a:r>
              <a:rPr sz="1600" dirty="0" err="1"/>
              <a:t>contacta</a:t>
            </a:r>
            <a:r>
              <a:rPr sz="1600" dirty="0"/>
              <a:t> TODOS </a:t>
            </a:r>
            <a:r>
              <a:rPr sz="1600" dirty="0" err="1"/>
              <a:t>los</a:t>
            </a:r>
            <a:r>
              <a:rPr sz="1600" dirty="0"/>
              <a:t> mappers</a:t>
            </a:r>
            <a:r>
              <a:rPr lang="es-419" sz="1600" dirty="0"/>
              <a:t> </a:t>
            </a:r>
            <a:r>
              <a:rPr sz="1600" dirty="0"/>
              <a:t>y </a:t>
            </a:r>
            <a:r>
              <a:rPr sz="1600" dirty="0" err="1"/>
              <a:t>descarga</a:t>
            </a:r>
            <a:r>
              <a:rPr sz="1600" dirty="0"/>
              <a:t> SU </a:t>
            </a:r>
            <a:r>
              <a:rPr sz="1600" dirty="0" err="1"/>
              <a:t>partición</a:t>
            </a:r>
            <a:r>
              <a:rPr sz="1600" dirty="0"/>
              <a:t> → </a:t>
            </a:r>
            <a:r>
              <a:rPr sz="1600" dirty="0" err="1"/>
              <a:t>tráfico</a:t>
            </a:r>
            <a:r>
              <a:rPr sz="1600" dirty="0"/>
              <a:t> de red MASIVO</a:t>
            </a:r>
          </a:p>
          <a:p>
            <a:r>
              <a:rPr sz="1600" dirty="0"/>
              <a:t>  (N mappers × M reducers = N×M </a:t>
            </a:r>
            <a:r>
              <a:rPr sz="1600" dirty="0" err="1"/>
              <a:t>conexiones</a:t>
            </a:r>
            <a:r>
              <a:rPr sz="1600" dirty="0"/>
              <a:t> de red)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lang="es-419" sz="1600" dirty="0"/>
              <a:t>P</a:t>
            </a:r>
            <a:r>
              <a:rPr sz="1600" dirty="0" err="1"/>
              <a:t>aso</a:t>
            </a:r>
            <a:r>
              <a:rPr sz="1600" dirty="0"/>
              <a:t> 4 </a:t>
            </a:r>
            <a:endParaRPr lang="es-419" sz="1600" dirty="0"/>
          </a:p>
          <a:p>
            <a:pPr marL="0" indent="0">
              <a:buNone/>
            </a:pPr>
            <a:r>
              <a:rPr sz="1600" dirty="0"/>
              <a:t>Merge/Sort: </a:t>
            </a:r>
            <a:r>
              <a:rPr sz="1600" dirty="0" err="1"/>
              <a:t>el</a:t>
            </a:r>
            <a:r>
              <a:rPr sz="1600" dirty="0"/>
              <a:t> reducer </a:t>
            </a:r>
            <a:r>
              <a:rPr sz="1600" dirty="0" err="1"/>
              <a:t>ordena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clave </a:t>
            </a:r>
            <a:r>
              <a:rPr sz="1600" dirty="0" err="1"/>
              <a:t>todo</a:t>
            </a:r>
            <a:r>
              <a:rPr sz="1600" dirty="0"/>
              <a:t> lo </a:t>
            </a:r>
            <a:r>
              <a:rPr sz="1600" dirty="0" err="1"/>
              <a:t>recibido</a:t>
            </a:r>
            <a:r>
              <a:rPr lang="es-419" sz="1600" dirty="0"/>
              <a:t> </a:t>
            </a:r>
            <a:r>
              <a:rPr sz="1600" dirty="0"/>
              <a:t>→ </a:t>
            </a:r>
            <a:r>
              <a:rPr sz="1600" dirty="0" err="1"/>
              <a:t>otra</a:t>
            </a:r>
            <a:r>
              <a:rPr sz="1600" dirty="0"/>
              <a:t> ESCRITURA a disco para </a:t>
            </a:r>
            <a:r>
              <a:rPr sz="1600" dirty="0" err="1"/>
              <a:t>hacer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merge </a:t>
            </a:r>
            <a:r>
              <a:rPr sz="1600" dirty="0" err="1"/>
              <a:t>externo</a:t>
            </a:r>
            <a:endParaRPr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viaje de los datos: disco → red → disco → red → disco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 err="1"/>
              <a:t>Flujo</a:t>
            </a:r>
            <a:r>
              <a:rPr sz="1800" dirty="0"/>
              <a:t> COMPLETO de I/O </a:t>
            </a:r>
            <a:r>
              <a:rPr sz="1800" dirty="0" err="1"/>
              <a:t>en</a:t>
            </a:r>
            <a:r>
              <a:rPr sz="1800" dirty="0"/>
              <a:t> un job MapReduce:</a:t>
            </a:r>
          </a:p>
          <a:p>
            <a:endParaRPr sz="1800" dirty="0"/>
          </a:p>
          <a:p>
            <a:r>
              <a:rPr sz="1800" dirty="0"/>
              <a:t>① LEER de HDFS (disco </a:t>
            </a:r>
            <a:r>
              <a:rPr sz="1800" dirty="0" err="1"/>
              <a:t>DataNode</a:t>
            </a:r>
            <a:r>
              <a:rPr sz="1800" dirty="0"/>
              <a:t>) ← input</a:t>
            </a:r>
          </a:p>
          <a:p>
            <a:r>
              <a:rPr sz="1800" dirty="0"/>
              <a:t>② MAP </a:t>
            </a:r>
            <a:r>
              <a:rPr sz="1800" dirty="0" err="1"/>
              <a:t>procesa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memoria</a:t>
            </a:r>
          </a:p>
          <a:p>
            <a:r>
              <a:rPr sz="1800" dirty="0"/>
              <a:t>③ ESCRIBIR a disco local ← </a:t>
            </a:r>
            <a:r>
              <a:rPr sz="1800" dirty="0" err="1"/>
              <a:t>resultados</a:t>
            </a:r>
            <a:r>
              <a:rPr sz="1800" dirty="0"/>
              <a:t> </a:t>
            </a:r>
            <a:r>
              <a:rPr sz="1800" dirty="0" err="1"/>
              <a:t>intermedios</a:t>
            </a:r>
            <a:r>
              <a:rPr sz="1800" dirty="0"/>
              <a:t> (spill)</a:t>
            </a:r>
          </a:p>
          <a:p>
            <a:r>
              <a:rPr sz="1800" dirty="0"/>
              <a:t>④ TRANSFERIR </a:t>
            </a:r>
            <a:r>
              <a:rPr sz="1800" dirty="0" err="1"/>
              <a:t>por</a:t>
            </a:r>
            <a:r>
              <a:rPr sz="1800" dirty="0"/>
              <a:t> red al reducer (shuffle)</a:t>
            </a:r>
          </a:p>
          <a:p>
            <a:r>
              <a:rPr sz="1800" dirty="0"/>
              <a:t>⑤ ESCRIBIR a disco local ← merge/sort </a:t>
            </a:r>
            <a:r>
              <a:rPr sz="1800" dirty="0" err="1"/>
              <a:t>en</a:t>
            </a:r>
            <a:r>
              <a:rPr sz="1800" dirty="0"/>
              <a:t> reducer</a:t>
            </a:r>
          </a:p>
          <a:p>
            <a:r>
              <a:rPr sz="1800" dirty="0"/>
              <a:t>⑥ LEER del disco ← reducer lee </a:t>
            </a:r>
            <a:r>
              <a:rPr sz="1800" dirty="0" err="1"/>
              <a:t>datos</a:t>
            </a:r>
            <a:r>
              <a:rPr sz="1800" dirty="0"/>
              <a:t> merged</a:t>
            </a:r>
          </a:p>
          <a:p>
            <a:r>
              <a:rPr sz="1800" dirty="0"/>
              <a:t>⑦ REDUCE </a:t>
            </a:r>
            <a:r>
              <a:rPr sz="1800" dirty="0" err="1"/>
              <a:t>procesa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memoria</a:t>
            </a:r>
          </a:p>
          <a:p>
            <a:r>
              <a:rPr sz="1800" dirty="0"/>
              <a:t>⑧ ESCRIBIR a HDFS ← </a:t>
            </a:r>
            <a:r>
              <a:rPr sz="1800" dirty="0" err="1"/>
              <a:t>resultado</a:t>
            </a:r>
            <a:r>
              <a:rPr sz="1800" dirty="0"/>
              <a:t> final</a:t>
            </a:r>
          </a:p>
          <a:p>
            <a:r>
              <a:rPr sz="1800" dirty="0"/>
              <a:t>⑨ REPLICAR ×3 </a:t>
            </a:r>
            <a:r>
              <a:rPr sz="1800" dirty="0" err="1"/>
              <a:t>por</a:t>
            </a:r>
            <a:r>
              <a:rPr sz="1800" dirty="0"/>
              <a:t> red ← HDFS replica </a:t>
            </a:r>
            <a:r>
              <a:rPr sz="1800" dirty="0" err="1"/>
              <a:t>el</a:t>
            </a:r>
            <a:r>
              <a:rPr sz="1800" dirty="0"/>
              <a:t> output</a:t>
            </a:r>
          </a:p>
          <a:p>
            <a:endParaRPr sz="1800" dirty="0"/>
          </a:p>
          <a:p>
            <a:r>
              <a:rPr sz="1800" dirty="0"/>
              <a:t>Total: 4 </a:t>
            </a:r>
            <a:r>
              <a:rPr sz="1800" dirty="0" err="1"/>
              <a:t>escrituras</a:t>
            </a:r>
            <a:r>
              <a:rPr sz="1800" dirty="0"/>
              <a:t> + 3 </a:t>
            </a:r>
            <a:r>
              <a:rPr sz="1800" dirty="0" err="1"/>
              <a:t>lecturas</a:t>
            </a:r>
            <a:r>
              <a:rPr sz="1800" dirty="0"/>
              <a:t> a disco + 2 </a:t>
            </a:r>
            <a:r>
              <a:rPr sz="1800" dirty="0" err="1"/>
              <a:t>transferencias</a:t>
            </a:r>
            <a:r>
              <a:rPr sz="1800" dirty="0"/>
              <a:t> de red</a:t>
            </a:r>
          </a:p>
          <a:p>
            <a:r>
              <a:rPr sz="1800" dirty="0"/>
              <a:t>Todo </a:t>
            </a:r>
            <a:r>
              <a:rPr sz="1800" dirty="0" err="1"/>
              <a:t>esto</a:t>
            </a:r>
            <a:r>
              <a:rPr sz="1800" dirty="0"/>
              <a:t> para UN SOLO PASO MapReduce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tanto disco? → Tolerancia a fallos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400" dirty="0"/>
              <a:t>Hadoop </a:t>
            </a:r>
            <a:r>
              <a:rPr sz="1400" dirty="0" err="1"/>
              <a:t>fue</a:t>
            </a:r>
            <a:r>
              <a:rPr sz="1400" dirty="0"/>
              <a:t> </a:t>
            </a:r>
            <a:r>
              <a:rPr sz="1400" dirty="0" err="1"/>
              <a:t>diseñado</a:t>
            </a:r>
            <a:r>
              <a:rPr sz="1400" dirty="0"/>
              <a:t> </a:t>
            </a:r>
            <a:r>
              <a:rPr sz="1400" dirty="0" err="1"/>
              <a:t>asumiendo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LAS MÁQUINAS FALLAN </a:t>
            </a:r>
            <a:r>
              <a:rPr sz="1400" dirty="0" err="1"/>
              <a:t>constantemente</a:t>
            </a:r>
            <a:endParaRPr sz="1400" dirty="0"/>
          </a:p>
          <a:p>
            <a:r>
              <a:rPr sz="1400" dirty="0"/>
              <a:t>(Google </a:t>
            </a:r>
            <a:r>
              <a:rPr sz="1400" dirty="0" err="1"/>
              <a:t>reportó</a:t>
            </a:r>
            <a:r>
              <a:rPr sz="1400" dirty="0"/>
              <a:t>: con 10,000 </a:t>
            </a:r>
            <a:r>
              <a:rPr sz="1400" dirty="0" err="1"/>
              <a:t>servidores</a:t>
            </a:r>
            <a:r>
              <a:rPr sz="1400" dirty="0"/>
              <a:t>, ~1 </a:t>
            </a:r>
            <a:r>
              <a:rPr sz="1400" dirty="0" err="1"/>
              <a:t>falla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hora)</a:t>
            </a:r>
          </a:p>
          <a:p>
            <a:endParaRPr sz="1400" dirty="0"/>
          </a:p>
          <a:p>
            <a:pPr marL="0" indent="0">
              <a:buNone/>
            </a:pPr>
            <a:r>
              <a:rPr sz="1400" dirty="0"/>
              <a:t>Si </a:t>
            </a:r>
            <a:r>
              <a:rPr sz="1400" dirty="0" err="1"/>
              <a:t>todo</a:t>
            </a:r>
            <a:r>
              <a:rPr sz="1400" dirty="0"/>
              <a:t> </a:t>
            </a:r>
            <a:r>
              <a:rPr sz="1400" dirty="0" err="1"/>
              <a:t>estuviera</a:t>
            </a:r>
            <a:r>
              <a:rPr sz="1400" dirty="0"/>
              <a:t> solo </a:t>
            </a:r>
            <a:r>
              <a:rPr sz="1400" dirty="0" err="1"/>
              <a:t>en</a:t>
            </a:r>
            <a:r>
              <a:rPr sz="1400" dirty="0"/>
              <a:t> RAM:</a:t>
            </a:r>
          </a:p>
          <a:p>
            <a:pPr marL="0" indent="0">
              <a:buNone/>
            </a:pPr>
            <a:r>
              <a:rPr sz="1400" dirty="0"/>
              <a:t>  → Un </a:t>
            </a:r>
            <a:r>
              <a:rPr sz="1400" dirty="0" err="1"/>
              <a:t>nodo</a:t>
            </a:r>
            <a:r>
              <a:rPr sz="1400" dirty="0"/>
              <a:t> </a:t>
            </a:r>
            <a:r>
              <a:rPr sz="1400" dirty="0" err="1"/>
              <a:t>falla</a:t>
            </a:r>
            <a:r>
              <a:rPr sz="1400" dirty="0"/>
              <a:t> → se </a:t>
            </a:r>
            <a:r>
              <a:rPr sz="1400" dirty="0" err="1"/>
              <a:t>pierden</a:t>
            </a:r>
            <a:r>
              <a:rPr sz="1400" dirty="0"/>
              <a:t> TODOS sus </a:t>
            </a:r>
            <a:r>
              <a:rPr sz="1400" dirty="0" err="1"/>
              <a:t>resultados</a:t>
            </a:r>
            <a:r>
              <a:rPr sz="1400" dirty="0"/>
              <a:t> </a:t>
            </a:r>
            <a:r>
              <a:rPr sz="1400" dirty="0" err="1"/>
              <a:t>intermedios</a:t>
            </a:r>
            <a:endParaRPr sz="1400" dirty="0"/>
          </a:p>
          <a:p>
            <a:pPr marL="0" indent="0">
              <a:buNone/>
            </a:pPr>
            <a:r>
              <a:rPr sz="1400" dirty="0"/>
              <a:t>  → Hay </a:t>
            </a:r>
            <a:r>
              <a:rPr sz="1400" dirty="0" err="1"/>
              <a:t>que</a:t>
            </a:r>
            <a:r>
              <a:rPr sz="1400" dirty="0"/>
              <a:t> re-</a:t>
            </a:r>
            <a:r>
              <a:rPr sz="1400" dirty="0" err="1"/>
              <a:t>ejecutar</a:t>
            </a:r>
            <a:r>
              <a:rPr sz="1400" dirty="0"/>
              <a:t> TODOS </a:t>
            </a:r>
            <a:r>
              <a:rPr sz="1400" dirty="0" err="1"/>
              <a:t>los</a:t>
            </a:r>
            <a:r>
              <a:rPr sz="1400" dirty="0"/>
              <a:t> mappers de ese </a:t>
            </a:r>
            <a:r>
              <a:rPr sz="1400" dirty="0" err="1"/>
              <a:t>nodo</a:t>
            </a:r>
            <a:endParaRPr sz="1400" dirty="0"/>
          </a:p>
          <a:p>
            <a:endParaRPr sz="1400" dirty="0"/>
          </a:p>
          <a:p>
            <a:pPr marL="0" indent="0">
              <a:buNone/>
            </a:pPr>
            <a:r>
              <a:rPr sz="1400" dirty="0"/>
              <a:t>Con </a:t>
            </a:r>
            <a:r>
              <a:rPr sz="1400" dirty="0" err="1"/>
              <a:t>datos</a:t>
            </a:r>
            <a:r>
              <a:rPr sz="1400" dirty="0"/>
              <a:t> </a:t>
            </a:r>
            <a:r>
              <a:rPr sz="1400" dirty="0" err="1"/>
              <a:t>intermedios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disco:</a:t>
            </a:r>
          </a:p>
          <a:p>
            <a:pPr marL="0" indent="0">
              <a:buNone/>
            </a:pPr>
            <a:r>
              <a:rPr sz="1400" dirty="0"/>
              <a:t>  → Un mapper </a:t>
            </a:r>
            <a:r>
              <a:rPr sz="1400" dirty="0" err="1"/>
              <a:t>falla</a:t>
            </a:r>
            <a:r>
              <a:rPr sz="1400" dirty="0"/>
              <a:t> → se re-</a:t>
            </a:r>
            <a:r>
              <a:rPr sz="1400" dirty="0" err="1"/>
              <a:t>ejecuta</a:t>
            </a:r>
            <a:r>
              <a:rPr sz="1400" dirty="0"/>
              <a:t> SOLO ese mapper</a:t>
            </a:r>
          </a:p>
          <a:p>
            <a:pPr marL="0" indent="0">
              <a:buNone/>
            </a:pPr>
            <a:r>
              <a:rPr sz="1400" dirty="0"/>
              <a:t>  → </a:t>
            </a:r>
            <a:r>
              <a:rPr sz="1400" dirty="0" err="1"/>
              <a:t>Resultados</a:t>
            </a:r>
            <a:r>
              <a:rPr sz="1400" dirty="0"/>
              <a:t> del shuffle </a:t>
            </a:r>
            <a:r>
              <a:rPr sz="1400" dirty="0" err="1"/>
              <a:t>ya</a:t>
            </a:r>
            <a:r>
              <a:rPr sz="1400" dirty="0"/>
              <a:t> </a:t>
            </a:r>
            <a:r>
              <a:rPr sz="1400" dirty="0" err="1"/>
              <a:t>escritos</a:t>
            </a:r>
            <a:r>
              <a:rPr sz="1400" dirty="0"/>
              <a:t> → no se </a:t>
            </a:r>
            <a:r>
              <a:rPr sz="1400" dirty="0" err="1"/>
              <a:t>pierden</a:t>
            </a:r>
            <a:endParaRPr sz="1400" dirty="0"/>
          </a:p>
          <a:p>
            <a:pPr marL="0" indent="0">
              <a:buNone/>
            </a:pPr>
            <a:r>
              <a:rPr sz="1400" dirty="0"/>
              <a:t>  → Un reducer </a:t>
            </a:r>
            <a:r>
              <a:rPr sz="1400" dirty="0" err="1"/>
              <a:t>falla</a:t>
            </a:r>
            <a:r>
              <a:rPr sz="1400" dirty="0"/>
              <a:t> → re-lee </a:t>
            </a:r>
            <a:r>
              <a:rPr sz="1400" dirty="0" err="1"/>
              <a:t>datos</a:t>
            </a:r>
            <a:r>
              <a:rPr sz="1400" dirty="0"/>
              <a:t> del disco → </a:t>
            </a:r>
            <a:r>
              <a:rPr sz="1400" dirty="0" err="1"/>
              <a:t>continúa</a:t>
            </a:r>
            <a:endParaRPr sz="1400" dirty="0"/>
          </a:p>
          <a:p>
            <a:endParaRPr sz="1400" dirty="0"/>
          </a:p>
          <a:p>
            <a:pPr marL="0" indent="0">
              <a:buNone/>
            </a:pPr>
            <a:r>
              <a:rPr sz="1400" dirty="0"/>
              <a:t>Trade-off de Hadoop:</a:t>
            </a:r>
          </a:p>
          <a:p>
            <a:r>
              <a:rPr sz="1400" dirty="0"/>
              <a:t>  </a:t>
            </a:r>
            <a:r>
              <a:rPr sz="1400" dirty="0" err="1"/>
              <a:t>Velocidad</a:t>
            </a:r>
            <a:r>
              <a:rPr sz="1400" dirty="0"/>
              <a:t> ↓ (</a:t>
            </a:r>
            <a:r>
              <a:rPr sz="1400" dirty="0" err="1"/>
              <a:t>mucho</a:t>
            </a:r>
            <a:r>
              <a:rPr sz="1400" dirty="0"/>
              <a:t> I/O de disco)</a:t>
            </a:r>
          </a:p>
          <a:p>
            <a:r>
              <a:rPr sz="1400" dirty="0"/>
              <a:t>  </a:t>
            </a:r>
            <a:r>
              <a:rPr sz="1400" dirty="0" err="1"/>
              <a:t>Confiabilidad</a:t>
            </a:r>
            <a:r>
              <a:rPr sz="1400" dirty="0"/>
              <a:t> ↑↑↑ (</a:t>
            </a:r>
            <a:r>
              <a:rPr sz="1400" dirty="0" err="1"/>
              <a:t>funciona</a:t>
            </a:r>
            <a:r>
              <a:rPr sz="1400" dirty="0"/>
              <a:t> con hardware </a:t>
            </a:r>
            <a:r>
              <a:rPr sz="1400" dirty="0" err="1"/>
              <a:t>barato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falla</a:t>
            </a:r>
            <a:r>
              <a:rPr sz="1400" dirty="0"/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 de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 err="1"/>
              <a:t>Problema</a:t>
            </a:r>
            <a:r>
              <a:rPr sz="1800" dirty="0"/>
              <a:t> principal: EXCESO de I/O a disco</a:t>
            </a:r>
          </a:p>
          <a:p>
            <a:endParaRPr sz="1800" dirty="0"/>
          </a:p>
          <a:p>
            <a:r>
              <a:rPr sz="1800" dirty="0"/>
              <a:t>Para un solo paso MapReduce:</a:t>
            </a:r>
          </a:p>
          <a:p>
            <a:r>
              <a:rPr sz="1800" dirty="0"/>
              <a:t>  → 4 </a:t>
            </a:r>
            <a:r>
              <a:rPr sz="1800" dirty="0" err="1"/>
              <a:t>escrituras</a:t>
            </a:r>
            <a:r>
              <a:rPr sz="1800" dirty="0"/>
              <a:t> a disco + 3 </a:t>
            </a:r>
            <a:r>
              <a:rPr sz="1800" dirty="0" err="1"/>
              <a:t>lecturas</a:t>
            </a:r>
            <a:r>
              <a:rPr sz="1800" dirty="0"/>
              <a:t> + 2 </a:t>
            </a:r>
            <a:r>
              <a:rPr sz="1800" dirty="0" err="1"/>
              <a:t>transferencias</a:t>
            </a:r>
            <a:r>
              <a:rPr sz="1800" dirty="0"/>
              <a:t> de red</a:t>
            </a:r>
          </a:p>
          <a:p>
            <a:endParaRPr sz="1800" dirty="0"/>
          </a:p>
          <a:p>
            <a:r>
              <a:rPr sz="1800" dirty="0"/>
              <a:t>Para </a:t>
            </a:r>
            <a:r>
              <a:rPr sz="1800" dirty="0" err="1"/>
              <a:t>algoritmos</a:t>
            </a:r>
            <a:r>
              <a:rPr sz="1800" dirty="0"/>
              <a:t> </a:t>
            </a:r>
            <a:r>
              <a:rPr sz="1800" dirty="0" err="1"/>
              <a:t>iterativos</a:t>
            </a:r>
            <a:r>
              <a:rPr sz="1800" dirty="0"/>
              <a:t> (PageRank, K-Means, </a:t>
            </a:r>
            <a:r>
              <a:rPr sz="1800" dirty="0" err="1"/>
              <a:t>Regresión</a:t>
            </a:r>
            <a:r>
              <a:rPr sz="1800" dirty="0"/>
              <a:t>):</a:t>
            </a:r>
          </a:p>
          <a:p>
            <a:r>
              <a:rPr sz="1800" dirty="0"/>
              <a:t>  → 100 </a:t>
            </a:r>
            <a:r>
              <a:rPr sz="1800" dirty="0" err="1"/>
              <a:t>iteraciones</a:t>
            </a:r>
            <a:r>
              <a:rPr sz="1800" dirty="0"/>
              <a:t> × 7 </a:t>
            </a:r>
            <a:r>
              <a:rPr sz="1800" dirty="0" err="1"/>
              <a:t>operaciones</a:t>
            </a:r>
            <a:r>
              <a:rPr sz="1800" dirty="0"/>
              <a:t> de disco = 700 ops de I/O</a:t>
            </a:r>
          </a:p>
          <a:p>
            <a:r>
              <a:rPr sz="1800" dirty="0"/>
              <a:t>  → Disco HDD: ~100 MB/s → </a:t>
            </a:r>
            <a:r>
              <a:rPr sz="1800" dirty="0" err="1"/>
              <a:t>puede</a:t>
            </a:r>
            <a:r>
              <a:rPr sz="1800" dirty="0"/>
              <a:t> </a:t>
            </a:r>
            <a:r>
              <a:rPr sz="1800" dirty="0" err="1"/>
              <a:t>tomar</a:t>
            </a:r>
            <a:r>
              <a:rPr sz="1800" dirty="0"/>
              <a:t> HORAS</a:t>
            </a:r>
          </a:p>
          <a:p>
            <a:endParaRPr sz="1800" dirty="0"/>
          </a:p>
          <a:p>
            <a:r>
              <a:rPr sz="1800" dirty="0"/>
              <a:t>¿Por </a:t>
            </a:r>
            <a:r>
              <a:rPr sz="1800" dirty="0" err="1"/>
              <a:t>qué</a:t>
            </a:r>
            <a:r>
              <a:rPr sz="1800" dirty="0"/>
              <a:t>? Hadoop </a:t>
            </a:r>
            <a:r>
              <a:rPr sz="1800" dirty="0" err="1"/>
              <a:t>prioriza</a:t>
            </a:r>
            <a:r>
              <a:rPr sz="1800" dirty="0"/>
              <a:t> CONFIABILIDAD </a:t>
            </a:r>
            <a:r>
              <a:rPr sz="1800" dirty="0" err="1"/>
              <a:t>sobre</a:t>
            </a:r>
            <a:r>
              <a:rPr sz="1800" dirty="0"/>
              <a:t> VELOCIDAD</a:t>
            </a:r>
          </a:p>
          <a:p>
            <a:r>
              <a:rPr sz="1800" dirty="0"/>
              <a:t>  → Cada paso </a:t>
            </a:r>
            <a:r>
              <a:rPr sz="1800" dirty="0" err="1"/>
              <a:t>intermedio</a:t>
            </a:r>
            <a:r>
              <a:rPr sz="1800" dirty="0"/>
              <a:t> se </a:t>
            </a:r>
            <a:r>
              <a:rPr sz="1800" dirty="0" err="1"/>
              <a:t>persiste</a:t>
            </a:r>
            <a:r>
              <a:rPr sz="1800" dirty="0"/>
              <a:t> a disco </a:t>
            </a:r>
            <a:r>
              <a:rPr sz="1800" dirty="0" err="1"/>
              <a:t>por</a:t>
            </a:r>
            <a:r>
              <a:rPr sz="1800" dirty="0"/>
              <a:t> </a:t>
            </a:r>
            <a:r>
              <a:rPr sz="1800" dirty="0" err="1"/>
              <a:t>si</a:t>
            </a:r>
            <a:r>
              <a:rPr sz="1800" dirty="0"/>
              <a:t> un </a:t>
            </a:r>
            <a:r>
              <a:rPr sz="1800" dirty="0" err="1"/>
              <a:t>nodo</a:t>
            </a:r>
            <a:r>
              <a:rPr sz="1800" dirty="0"/>
              <a:t> </a:t>
            </a:r>
            <a:r>
              <a:rPr sz="1800" dirty="0" err="1"/>
              <a:t>falla</a:t>
            </a:r>
            <a:endParaRPr sz="1800" dirty="0"/>
          </a:p>
          <a:p>
            <a:endParaRPr sz="1800" dirty="0"/>
          </a:p>
          <a:p>
            <a:r>
              <a:rPr sz="1800" dirty="0" err="1"/>
              <a:t>Pregunta</a:t>
            </a:r>
            <a:r>
              <a:rPr sz="1800" dirty="0"/>
              <a:t> </a:t>
            </a:r>
            <a:r>
              <a:rPr sz="1800" dirty="0" err="1"/>
              <a:t>abierta</a:t>
            </a:r>
            <a:r>
              <a:rPr sz="1800" dirty="0"/>
              <a:t> para </a:t>
            </a:r>
            <a:r>
              <a:rPr sz="1800" dirty="0" err="1"/>
              <a:t>el</a:t>
            </a:r>
            <a:r>
              <a:rPr sz="1800" dirty="0"/>
              <a:t> </a:t>
            </a:r>
            <a:r>
              <a:rPr sz="1800" dirty="0" err="1"/>
              <a:t>próximo</a:t>
            </a:r>
            <a:r>
              <a:rPr sz="1800" dirty="0"/>
              <a:t> </a:t>
            </a:r>
            <a:r>
              <a:rPr sz="1800" dirty="0" err="1"/>
              <a:t>módulo</a:t>
            </a:r>
            <a:r>
              <a:rPr sz="1800" dirty="0"/>
              <a:t>:</a:t>
            </a:r>
          </a:p>
          <a:p>
            <a:r>
              <a:rPr sz="1800" dirty="0"/>
              <a:t>  ¿Se </a:t>
            </a:r>
            <a:r>
              <a:rPr sz="1800" dirty="0" err="1"/>
              <a:t>puede</a:t>
            </a:r>
            <a:r>
              <a:rPr sz="1800" dirty="0"/>
              <a:t> </a:t>
            </a:r>
            <a:r>
              <a:rPr sz="1800" dirty="0" err="1"/>
              <a:t>mantener</a:t>
            </a:r>
            <a:r>
              <a:rPr sz="1800" dirty="0"/>
              <a:t> la </a:t>
            </a:r>
            <a:r>
              <a:rPr sz="1800" dirty="0" err="1"/>
              <a:t>tolerancia</a:t>
            </a:r>
            <a:r>
              <a:rPr sz="1800" dirty="0"/>
              <a:t> a </a:t>
            </a:r>
            <a:r>
              <a:rPr sz="1800" dirty="0" err="1"/>
              <a:t>fallos</a:t>
            </a:r>
            <a:r>
              <a:rPr sz="1800" dirty="0"/>
              <a:t> SIN </a:t>
            </a:r>
            <a:r>
              <a:rPr sz="1800" dirty="0" err="1"/>
              <a:t>escribir</a:t>
            </a:r>
            <a:r>
              <a:rPr sz="1800" dirty="0"/>
              <a:t> tanto a disco?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Ecosistema Hadoop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 un paper de Google a la industria del Big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Hadoop?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No es un </a:t>
            </a:r>
            <a:r>
              <a:rPr sz="2400" dirty="0" err="1"/>
              <a:t>programa</a:t>
            </a:r>
            <a:r>
              <a:rPr sz="2400" dirty="0"/>
              <a:t> — es un ECOSISTEMA de </a:t>
            </a:r>
            <a:r>
              <a:rPr sz="2400" dirty="0" err="1"/>
              <a:t>herramientas</a:t>
            </a:r>
            <a:r>
              <a:rPr sz="2400" dirty="0"/>
              <a:t> para Big Data</a:t>
            </a:r>
          </a:p>
          <a:p>
            <a:endParaRPr sz="2400" dirty="0"/>
          </a:p>
          <a:p>
            <a:r>
              <a:rPr sz="2400" dirty="0" err="1"/>
              <a:t>Nació</a:t>
            </a:r>
            <a:r>
              <a:rPr sz="2400" dirty="0"/>
              <a:t> del paper de Google (GFS + MapReduce, 2003-2004)</a:t>
            </a:r>
          </a:p>
          <a:p>
            <a:r>
              <a:rPr sz="2400" dirty="0"/>
              <a:t>Doug Cutting (Yahoo!) lo </a:t>
            </a:r>
            <a:r>
              <a:rPr sz="2400" dirty="0" err="1"/>
              <a:t>implementó</a:t>
            </a:r>
            <a:r>
              <a:rPr sz="2400" dirty="0"/>
              <a:t> </a:t>
            </a:r>
            <a:r>
              <a:rPr sz="2400" dirty="0" err="1"/>
              <a:t>como</a:t>
            </a:r>
            <a:r>
              <a:rPr sz="2400" dirty="0"/>
              <a:t> </a:t>
            </a:r>
            <a:r>
              <a:rPr sz="2400" dirty="0" err="1"/>
              <a:t>proyecto</a:t>
            </a:r>
            <a:r>
              <a:rPr sz="2400" dirty="0"/>
              <a:t> Apache</a:t>
            </a:r>
          </a:p>
          <a:p>
            <a:r>
              <a:rPr sz="2400" dirty="0"/>
              <a:t>Nombre: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elefante</a:t>
            </a:r>
            <a:r>
              <a:rPr sz="2400" dirty="0"/>
              <a:t> de </a:t>
            </a:r>
            <a:r>
              <a:rPr sz="2400" dirty="0" err="1"/>
              <a:t>peluche</a:t>
            </a:r>
            <a:r>
              <a:rPr sz="2400" dirty="0"/>
              <a:t> del </a:t>
            </a:r>
            <a:r>
              <a:rPr sz="2400" dirty="0" err="1"/>
              <a:t>hijo</a:t>
            </a:r>
            <a:r>
              <a:rPr sz="2400" dirty="0"/>
              <a:t> de Cutting 🐘</a:t>
            </a:r>
          </a:p>
          <a:p>
            <a:endParaRPr sz="2400" dirty="0"/>
          </a:p>
          <a:p>
            <a:r>
              <a:rPr sz="2400" dirty="0"/>
              <a:t>Los 3 </a:t>
            </a:r>
            <a:r>
              <a:rPr sz="2400" dirty="0" err="1"/>
              <a:t>pilares</a:t>
            </a:r>
            <a:r>
              <a:rPr sz="2400" dirty="0"/>
              <a:t> </a:t>
            </a:r>
            <a:r>
              <a:rPr sz="2400" dirty="0" err="1"/>
              <a:t>originales</a:t>
            </a:r>
            <a:r>
              <a:rPr sz="2400" dirty="0"/>
              <a:t>:</a:t>
            </a:r>
          </a:p>
          <a:p>
            <a:r>
              <a:rPr sz="2400" dirty="0"/>
              <a:t>  1. HDFS — </a:t>
            </a:r>
            <a:r>
              <a:rPr sz="2400" dirty="0" err="1"/>
              <a:t>almacenamiento</a:t>
            </a:r>
            <a:r>
              <a:rPr sz="2400" dirty="0"/>
              <a:t> </a:t>
            </a:r>
            <a:r>
              <a:rPr sz="2400" dirty="0" err="1"/>
              <a:t>distribuido</a:t>
            </a:r>
            <a:r>
              <a:rPr sz="2400" dirty="0"/>
              <a:t> (</a:t>
            </a:r>
            <a:r>
              <a:rPr sz="2400" dirty="0" err="1"/>
              <a:t>ya</a:t>
            </a:r>
            <a:r>
              <a:rPr sz="2400" dirty="0"/>
              <a:t> lo </a:t>
            </a:r>
            <a:r>
              <a:rPr sz="2400" dirty="0" err="1"/>
              <a:t>vimos</a:t>
            </a:r>
            <a:r>
              <a:rPr sz="2400" dirty="0"/>
              <a:t> ✓)</a:t>
            </a:r>
          </a:p>
          <a:p>
            <a:r>
              <a:rPr sz="2400" dirty="0"/>
              <a:t>  2. MapReduce — </a:t>
            </a:r>
            <a:r>
              <a:rPr sz="2400" dirty="0" err="1"/>
              <a:t>procesamiento</a:t>
            </a:r>
            <a:r>
              <a:rPr sz="2400" dirty="0"/>
              <a:t> </a:t>
            </a:r>
            <a:r>
              <a:rPr sz="2400" dirty="0" err="1"/>
              <a:t>distribuido</a:t>
            </a:r>
            <a:r>
              <a:rPr sz="2400" dirty="0"/>
              <a:t> (</a:t>
            </a:r>
            <a:r>
              <a:rPr sz="2400" dirty="0" err="1"/>
              <a:t>ya</a:t>
            </a:r>
            <a:r>
              <a:rPr sz="2400" dirty="0"/>
              <a:t> lo </a:t>
            </a:r>
            <a:r>
              <a:rPr sz="2400" dirty="0" err="1"/>
              <a:t>vimos</a:t>
            </a:r>
            <a:r>
              <a:rPr sz="2400" dirty="0"/>
              <a:t> ✓)</a:t>
            </a:r>
          </a:p>
          <a:p>
            <a:r>
              <a:rPr sz="2400" dirty="0"/>
              <a:t>  3. YARN — </a:t>
            </a:r>
            <a:r>
              <a:rPr sz="2400" dirty="0" err="1"/>
              <a:t>gestión</a:t>
            </a:r>
            <a:r>
              <a:rPr sz="2400" dirty="0"/>
              <a:t> de </a:t>
            </a:r>
            <a:r>
              <a:rPr sz="2400" dirty="0" err="1"/>
              <a:t>recursos</a:t>
            </a:r>
            <a:r>
              <a:rPr sz="2400" dirty="0"/>
              <a:t> del cluster (nuevo)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Hadoop: Línea del tiempo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188720" cy="45720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1188720" cy="82296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Google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publica GFS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3383280"/>
            <a:ext cx="182880" cy="1828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74520" y="2286000"/>
            <a:ext cx="1188720" cy="45720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3657600"/>
            <a:ext cx="1188720" cy="82296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Google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MapReduce</a:t>
            </a:r>
          </a:p>
        </p:txBody>
      </p:sp>
      <p:sp>
        <p:nvSpPr>
          <p:cNvPr id="9" name="Oval 8"/>
          <p:cNvSpPr/>
          <p:nvPr/>
        </p:nvSpPr>
        <p:spPr>
          <a:xfrm>
            <a:off x="2377440" y="3383280"/>
            <a:ext cx="182880" cy="18288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1188720" cy="45720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657600"/>
            <a:ext cx="1188720" cy="82296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Yahoo!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lanza Hadoop</a:t>
            </a:r>
          </a:p>
        </p:txBody>
      </p:sp>
      <p:sp>
        <p:nvSpPr>
          <p:cNvPr id="12" name="Oval 11"/>
          <p:cNvSpPr/>
          <p:nvPr/>
        </p:nvSpPr>
        <p:spPr>
          <a:xfrm>
            <a:off x="3794760" y="3383280"/>
            <a:ext cx="182880" cy="1828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9160" y="2286000"/>
            <a:ext cx="1188720" cy="45720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657600"/>
            <a:ext cx="1188720" cy="82296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1 TB en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209 seg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3383280"/>
            <a:ext cx="182880" cy="1828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26480" y="2286000"/>
            <a:ext cx="1188720" cy="45720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57600"/>
            <a:ext cx="1188720" cy="82296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Hadoop 1.0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Monolítico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3383280"/>
            <a:ext cx="182880" cy="182880"/>
          </a:xfrm>
          <a:prstGeom prst="ellipse">
            <a:avLst/>
          </a:prstGeom>
          <a:solidFill>
            <a:srgbClr val="33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43800" y="2286000"/>
            <a:ext cx="1188720" cy="457200"/>
          </a:xfrm>
          <a:prstGeom prst="roundRect">
            <a:avLst/>
          </a:prstGeom>
          <a:solidFill>
            <a:srgbClr val="D49B10"/>
          </a:solidFill>
          <a:ln w="19050">
            <a:solidFill>
              <a:srgbClr val="D49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657600"/>
            <a:ext cx="1188720" cy="822960"/>
          </a:xfrm>
          <a:prstGeom prst="roundRect">
            <a:avLst/>
          </a:prstGeom>
          <a:solidFill>
            <a:srgbClr val="D49B10"/>
          </a:solidFill>
          <a:ln w="19050">
            <a:solidFill>
              <a:srgbClr val="D49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Hadoop 2.0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+ YARN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0" y="3383280"/>
            <a:ext cx="182880" cy="182880"/>
          </a:xfrm>
          <a:prstGeom prst="ellipse">
            <a:avLst/>
          </a:prstGeom>
          <a:solidFill>
            <a:srgbClr val="D49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0" y="2286000"/>
            <a:ext cx="1188720" cy="45720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2014+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3657600"/>
            <a:ext cx="1188720" cy="82296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Ecosistema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explota</a:t>
            </a:r>
          </a:p>
        </p:txBody>
      </p:sp>
      <p:sp>
        <p:nvSpPr>
          <p:cNvPr id="24" name="Oval 23"/>
          <p:cNvSpPr/>
          <p:nvPr/>
        </p:nvSpPr>
        <p:spPr>
          <a:xfrm>
            <a:off x="9464040" y="3383280"/>
            <a:ext cx="182880" cy="182880"/>
          </a:xfrm>
          <a:prstGeom prst="ellipse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78440" y="2286000"/>
            <a:ext cx="1188720" cy="457200"/>
          </a:xfrm>
          <a:prstGeom prst="roundRect">
            <a:avLst/>
          </a:prstGeom>
          <a:solidFill>
            <a:srgbClr val="00897B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3657600"/>
            <a:ext cx="1188720" cy="822960"/>
          </a:xfrm>
          <a:prstGeom prst="roundRect">
            <a:avLst/>
          </a:prstGeom>
          <a:solidFill>
            <a:srgbClr val="00897B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Concepto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vigente</a:t>
            </a:r>
          </a:p>
        </p:txBody>
      </p:sp>
      <p:sp>
        <p:nvSpPr>
          <p:cNvPr id="27" name="Oval 26"/>
          <p:cNvSpPr/>
          <p:nvPr/>
        </p:nvSpPr>
        <p:spPr>
          <a:xfrm>
            <a:off x="10881360" y="3383280"/>
            <a:ext cx="182880" cy="18288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333F4F"/>
                </a:solidFill>
              </a:defRPr>
            </a:pPr>
            <a:r>
              <a:t>El CONCEPTO de Hadoop (dividir datos + procesar en paralelo + tolerar fallos) es la base de toda la industria moderna de datos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YARN: El cerebro del cluster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31920" cy="822960"/>
          </a:xfrm>
          <a:prstGeom prst="roundRect">
            <a:avLst/>
          </a:prstGeom>
          <a:solidFill>
            <a:srgbClr val="D49B10"/>
          </a:solidFill>
          <a:ln w="19050">
            <a:solidFill>
              <a:srgbClr val="D49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ResourceManager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(Asigna CPU + RAM del cluster)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9659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6B6B6B"/>
                </a:solidFill>
              </a:defRPr>
            </a:pPr>
            <a:r>
              <a:t>↓ asigna contenedores 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474720" cy="3200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472C4"/>
                </a:solidFill>
              </a:defRPr>
            </a:pPr>
            <a:r>
              <a:t>NodeManager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463040" cy="91440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MapReduce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834640"/>
            <a:ext cx="1463040" cy="91440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MapReduce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Reduce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3108960" cy="64008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AppMaster (gestiona su job)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</a:defRPr>
            </a:pPr>
            <a:r>
              <a:t>CPU: 8 cores | RAM: 32 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39" y="2377440"/>
            <a:ext cx="3474720" cy="3200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39" y="24231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472C4"/>
                </a:solidFill>
              </a:defRPr>
            </a:pPr>
            <a:r>
              <a:t>NodeManager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2834640"/>
            <a:ext cx="1463040" cy="91440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MapReduce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2834640"/>
            <a:ext cx="1463040" cy="91440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Hive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19" y="3931920"/>
            <a:ext cx="3108960" cy="64008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AppMaster (gestiona su job)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9" y="47548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</a:defRPr>
            </a:pPr>
            <a:r>
              <a:t>CPU: 8 cores | RAM: 32 GB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8" y="2377440"/>
            <a:ext cx="3474720" cy="3200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8" y="24231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472C4"/>
                </a:solidFill>
              </a:defRPr>
            </a:pPr>
            <a:r>
              <a:t>NodeManager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8" y="2834640"/>
            <a:ext cx="1463040" cy="91440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MapReduce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Map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8" y="3931920"/>
            <a:ext cx="3108960" cy="64008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AppMaster (gestiona su job)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8" y="47548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</a:defRPr>
            </a:pPr>
            <a:r>
              <a:t>CPU: 8 cores | RAM: 32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33F4F"/>
                </a:solidFill>
              </a:defRPr>
            </a:pPr>
            <a:r>
              <a:t>Beneficio: YARN permite correr CUALQUIER framework sobre el mismo cluster HDFS</a:t>
            </a:r>
          </a:p>
          <a:p>
            <a:pPr>
              <a:defRPr sz="900" i="1">
                <a:solidFill>
                  <a:srgbClr val="6B6B6B"/>
                </a:solidFill>
              </a:defRPr>
            </a:pPr>
            <a:r>
              <a:t>(MapReduce, Hive, Pig, y después Spark, Flink, Storm — todos coexisten)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Ecosistema Hadoop — Capas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10515600" cy="914400"/>
          </a:xfrm>
          <a:prstGeom prst="roundRect">
            <a:avLst/>
          </a:prstGeom>
          <a:solidFill>
            <a:srgbClr val="7B2D8B"/>
          </a:solidFill>
          <a:ln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1280160"/>
            <a:ext cx="1920240" cy="73152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Hive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(SQL)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280160"/>
            <a:ext cx="1920240" cy="73152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Pig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(ETL)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280160"/>
            <a:ext cx="1920240" cy="73152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HBase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(NoSQL)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280160"/>
            <a:ext cx="1920240" cy="73152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Sqoop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(Import)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280160"/>
            <a:ext cx="1920240" cy="73152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Flume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t>(Streaming)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463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7B2D8B"/>
                </a:solidFill>
              </a:defRPr>
            </a:pPr>
            <a:r>
              <a:t>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10515600" cy="731520"/>
          </a:xfrm>
          <a:prstGeom prst="roundRect">
            <a:avLst/>
          </a:prstGeom>
          <a:solidFill>
            <a:srgbClr val="D49B10"/>
          </a:solidFill>
          <a:ln w="19050">
            <a:solidFill>
              <a:srgbClr val="D49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YARN — Resource Manager  (gestiona CPU + RAM del cluster)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23774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D49B10"/>
                </a:solidFill>
              </a:defRPr>
            </a:pPr>
            <a:r>
              <a:t>Gestión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17520"/>
            <a:ext cx="10515600" cy="731520"/>
          </a:xfrm>
          <a:prstGeom prst="round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MapReduce Engine  (procesamiento batch distribuido)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32004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ED7D31"/>
                </a:solidFill>
              </a:defRPr>
            </a:pPr>
            <a:r>
              <a:t>Cómputo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1051560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HDFS — Hadoop Distributed File System  (almacenamiento distribuido)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4023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4472C4"/>
                </a:solidFill>
              </a:defRPr>
            </a:pPr>
            <a: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63440"/>
            <a:ext cx="10515600" cy="731520"/>
          </a:xfrm>
          <a:prstGeom prst="roundRect">
            <a:avLst/>
          </a:prstGeom>
          <a:solidFill>
            <a:srgbClr val="333F4F"/>
          </a:solidFill>
          <a:ln w="1905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Hardware Commodity  (miles de servidores baratos que FALLAN)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4846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3F4F"/>
                </a:solidFill>
              </a:defRPr>
            </a:pPr>
            <a:r>
              <a:t>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B6B6B"/>
                </a:solidFill>
              </a:defRPr>
            </a:pPr>
            <a:r>
              <a:t>↕ ZooKeeper (coordinación) | Oozie (workflows) | Ambari (monitoreo)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¿Hadoop sigue vigente hoy?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4864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❌ Lo que YA NO se usa mucho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4937760" cy="502920"/>
          </a:xfrm>
          <a:prstGeom prst="roundRect">
            <a:avLst/>
          </a:prstGeom>
          <a:solidFill>
            <a:srgbClr val="F9EBE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MapReduce puro en 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4937760" cy="502920"/>
          </a:xfrm>
          <a:prstGeom prst="roundRect">
            <a:avLst/>
          </a:prstGeom>
          <a:solidFill>
            <a:srgbClr val="F9EBE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Cluster Hadoop on-premise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4937760" cy="502920"/>
          </a:xfrm>
          <a:prstGeom prst="roundRect">
            <a:avLst/>
          </a:prstGeom>
          <a:solidFill>
            <a:srgbClr val="F9EBE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0392B"/>
                </a:solidFill>
              </a:defRPr>
            </a:pPr>
            <a:r>
              <a:t>Pig, Oozie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54864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✅ Lo que SÍ sigue vigente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493776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0AD47"/>
                </a:solidFill>
              </a:defRPr>
            </a:pPr>
            <a:r>
              <a:t>HDFS → evolucionó a S3, ADLS, GCS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493776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0AD47"/>
                </a:solidFill>
              </a:defRPr>
            </a:pPr>
            <a:r>
              <a:t>YARN → evolucionó a Kubernetes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493776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0AD47"/>
                </a:solidFill>
              </a:defRPr>
            </a:pPr>
            <a:r>
              <a:t>Hive → Athena, Trino, Presto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4937760" cy="5029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0AD47"/>
                </a:solidFill>
              </a:defRPr>
            </a:pPr>
            <a:r>
              <a:t>El MODELO MapReduce → base de 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33F4F"/>
                </a:solidFill>
              </a:defRPr>
            </a:pPr>
            <a:r>
              <a:t>Conclusión:</a:t>
            </a:r>
          </a:p>
          <a:p>
            <a:pPr>
              <a:defRPr sz="1100">
                <a:solidFill>
                  <a:srgbClr val="333F4F"/>
                </a:solidFill>
              </a:defRPr>
            </a:pPr>
            <a:r>
              <a:t>Hadoop te da el VOCABULARIO y los CONCEPTOS para entender toda la industria moderna de Big Data.</a:t>
            </a:r>
          </a:p>
          <a:p>
            <a:pPr>
              <a:defRPr sz="1000" i="1">
                <a:solidFill>
                  <a:srgbClr val="6B6B6B"/>
                </a:solidFill>
              </a:defRPr>
            </a:pPr>
            <a:r>
              <a:t>Las herramientas cambian, pero los principios (partición, replicación, locality, shuffle) son eternos.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Resumen: ¿Cómo encaja todo?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828800" cy="59436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188720"/>
            <a:ext cx="7315200" cy="5943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333F4F"/>
                </a:solidFill>
              </a:defRPr>
            </a:pPr>
            <a:r>
              <a:t>Datos demasiado grandes para UNA máquina</a:t>
            </a:r>
          </a:p>
        </p:txBody>
      </p:sp>
      <p:sp>
        <p:nvSpPr>
          <p:cNvPr id="5" name="Down Arrow 4"/>
          <p:cNvSpPr/>
          <p:nvPr/>
        </p:nvSpPr>
        <p:spPr>
          <a:xfrm>
            <a:off x="1188720" y="1783080"/>
            <a:ext cx="274320" cy="109728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901952"/>
            <a:ext cx="1828800" cy="59436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901952"/>
            <a:ext cx="7315200" cy="5943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333F4F"/>
                </a:solidFill>
              </a:defRPr>
            </a:pPr>
            <a:r>
              <a:t>MapReduce: dividir → procesar → combinar</a:t>
            </a:r>
          </a:p>
        </p:txBody>
      </p:sp>
      <p:sp>
        <p:nvSpPr>
          <p:cNvPr id="8" name="Down Arrow 7"/>
          <p:cNvSpPr/>
          <p:nvPr/>
        </p:nvSpPr>
        <p:spPr>
          <a:xfrm>
            <a:off x="1188720" y="2496312"/>
            <a:ext cx="274320" cy="109728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15184"/>
            <a:ext cx="1828800" cy="59436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Almacenamiento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615184"/>
            <a:ext cx="7315200" cy="5943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333F4F"/>
                </a:solidFill>
              </a:defRPr>
            </a:pPr>
            <a:r>
              <a:t>HDFS: bloques + replicación + locality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188720" y="3209544"/>
            <a:ext cx="274320" cy="109728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328416"/>
            <a:ext cx="1828800" cy="594360"/>
          </a:xfrm>
          <a:prstGeom prst="roundRect">
            <a:avLst/>
          </a:prstGeom>
          <a:solidFill>
            <a:srgbClr val="D49B10"/>
          </a:solidFill>
          <a:ln w="19050">
            <a:solidFill>
              <a:srgbClr val="D49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Ejecución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328416"/>
            <a:ext cx="7315200" cy="5943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49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333F4F"/>
                </a:solidFill>
              </a:defRPr>
            </a:pPr>
            <a:r>
              <a:t>YARN: asignar recursos a los jobs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188720" y="3922776"/>
            <a:ext cx="274320" cy="109728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041648"/>
            <a:ext cx="1828800" cy="594360"/>
          </a:xfrm>
          <a:prstGeom prst="roundRect">
            <a:avLst/>
          </a:prstGeom>
          <a:solidFill>
            <a:srgbClr val="7B2D8B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Ecosistema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4041648"/>
            <a:ext cx="7315200" cy="5943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333F4F"/>
                </a:solidFill>
              </a:defRPr>
            </a:pPr>
            <a:r>
              <a:t>Hive, HBase, Sqoop, Flume, ZooKeeper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188720" y="4636008"/>
            <a:ext cx="274320" cy="109728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828800" cy="594360"/>
          </a:xfrm>
          <a:prstGeom prst="roundRect">
            <a:avLst/>
          </a:prstGeom>
          <a:solidFill>
            <a:srgbClr val="C0392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Limitación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754880"/>
            <a:ext cx="7315200" cy="5943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333F4F"/>
                </a:solidFill>
              </a:defRPr>
            </a:pPr>
            <a:r>
              <a:t>Demasiado I/O a disco para iteraciones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88720" y="5349240"/>
            <a:ext cx="274320" cy="109728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468112"/>
            <a:ext cx="1828800" cy="594360"/>
          </a:xfrm>
          <a:prstGeom prst="roundRect">
            <a:avLst/>
          </a:prstGeom>
          <a:solidFill>
            <a:srgbClr val="00897B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Próximo módulo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5468112"/>
            <a:ext cx="7315200" cy="5943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333F4F"/>
                </a:solidFill>
              </a:defRPr>
            </a:pPr>
            <a:r>
              <a:t>¿Cómo resolver esto?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Implementación en Python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 la teoría al código — paso a paso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Nuestro Framework MapReduce (Python puro)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dirty="0"/>
              <a:t>from </a:t>
            </a:r>
            <a:r>
              <a:rPr sz="1200" dirty="0" err="1"/>
              <a:t>mapreduce_framework</a:t>
            </a:r>
            <a:r>
              <a:rPr sz="1200" dirty="0"/>
              <a:t> import </a:t>
            </a:r>
            <a:r>
              <a:rPr sz="1200" dirty="0" err="1"/>
              <a:t>mapreduce</a:t>
            </a:r>
            <a:r>
              <a:rPr sz="1200" dirty="0"/>
              <a:t>, </a:t>
            </a:r>
            <a:r>
              <a:rPr sz="1200" dirty="0" err="1"/>
              <a:t>print_results</a:t>
            </a:r>
            <a:endParaRPr sz="1200" dirty="0"/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dirty="0"/>
              <a:t># 1. </a:t>
            </a:r>
            <a:r>
              <a:rPr sz="1200" dirty="0" err="1"/>
              <a:t>Definir</a:t>
            </a:r>
            <a:r>
              <a:rPr sz="1200" dirty="0"/>
              <a:t> </a:t>
            </a:r>
            <a:r>
              <a:rPr sz="1200" dirty="0" err="1"/>
              <a:t>los</a:t>
            </a:r>
            <a:r>
              <a:rPr sz="1200" dirty="0"/>
              <a:t> </a:t>
            </a:r>
            <a:r>
              <a:rPr sz="1200" dirty="0" err="1"/>
              <a:t>datos</a:t>
            </a:r>
            <a:r>
              <a:rPr sz="1200" dirty="0"/>
              <a:t> de entrada</a:t>
            </a:r>
          </a:p>
          <a:p>
            <a:pPr marL="0" indent="0">
              <a:buNone/>
            </a:pPr>
            <a:r>
              <a:rPr sz="1200" dirty="0"/>
              <a:t>data = ['</a:t>
            </a:r>
            <a:r>
              <a:rPr sz="1200" dirty="0" err="1"/>
              <a:t>el</a:t>
            </a:r>
            <a:r>
              <a:rPr sz="1200" dirty="0"/>
              <a:t> gato come', '</a:t>
            </a:r>
            <a:r>
              <a:rPr sz="1200" dirty="0" err="1"/>
              <a:t>el</a:t>
            </a:r>
            <a:r>
              <a:rPr sz="1200" dirty="0"/>
              <a:t> </a:t>
            </a:r>
            <a:r>
              <a:rPr sz="1200" dirty="0" err="1"/>
              <a:t>pez</a:t>
            </a:r>
            <a:r>
              <a:rPr sz="1200" dirty="0"/>
              <a:t> nada', '</a:t>
            </a:r>
            <a:r>
              <a:rPr sz="1200" dirty="0" err="1"/>
              <a:t>el</a:t>
            </a:r>
            <a:r>
              <a:rPr sz="1200" dirty="0"/>
              <a:t> gato </a:t>
            </a:r>
            <a:r>
              <a:rPr sz="1200" dirty="0" err="1"/>
              <a:t>duerme</a:t>
            </a:r>
            <a:r>
              <a:rPr sz="1200" dirty="0"/>
              <a:t>']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dirty="0"/>
              <a:t># 2. </a:t>
            </a:r>
            <a:r>
              <a:rPr sz="1200" dirty="0" err="1"/>
              <a:t>Definir</a:t>
            </a:r>
            <a:r>
              <a:rPr sz="1200" dirty="0"/>
              <a:t> </a:t>
            </a:r>
            <a:r>
              <a:rPr sz="1200" dirty="0" err="1"/>
              <a:t>el</a:t>
            </a:r>
            <a:r>
              <a:rPr sz="1200" dirty="0"/>
              <a:t> mapper</a:t>
            </a:r>
          </a:p>
          <a:p>
            <a:pPr marL="0" indent="0">
              <a:buNone/>
            </a:pPr>
            <a:r>
              <a:rPr sz="1200" dirty="0"/>
              <a:t>def mapper(line):</a:t>
            </a:r>
          </a:p>
          <a:p>
            <a:pPr marL="0" indent="0">
              <a:buNone/>
            </a:pPr>
            <a:r>
              <a:rPr sz="1200" dirty="0"/>
              <a:t>    for word in </a:t>
            </a:r>
            <a:r>
              <a:rPr sz="1200" dirty="0" err="1"/>
              <a:t>line.split</a:t>
            </a:r>
            <a:r>
              <a:rPr sz="1200" dirty="0"/>
              <a:t>():</a:t>
            </a:r>
          </a:p>
          <a:p>
            <a:pPr marL="0" indent="0">
              <a:buNone/>
            </a:pPr>
            <a:r>
              <a:rPr sz="1200" dirty="0"/>
              <a:t>        yield (word, 1)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dirty="0"/>
              <a:t># 3. </a:t>
            </a:r>
            <a:r>
              <a:rPr sz="1200" dirty="0" err="1"/>
              <a:t>Definir</a:t>
            </a:r>
            <a:r>
              <a:rPr sz="1200" dirty="0"/>
              <a:t> </a:t>
            </a:r>
            <a:r>
              <a:rPr sz="1200" dirty="0" err="1"/>
              <a:t>el</a:t>
            </a:r>
            <a:r>
              <a:rPr sz="1200" dirty="0"/>
              <a:t> reducer</a:t>
            </a:r>
          </a:p>
          <a:p>
            <a:pPr marL="0" indent="0">
              <a:buNone/>
            </a:pPr>
            <a:r>
              <a:rPr sz="1200" dirty="0"/>
              <a:t>def reducer(key, values):</a:t>
            </a:r>
          </a:p>
          <a:p>
            <a:pPr marL="0" indent="0">
              <a:buNone/>
            </a:pPr>
            <a:r>
              <a:rPr sz="1200" dirty="0"/>
              <a:t>    return sum(values)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dirty="0"/>
              <a:t># 4. </a:t>
            </a:r>
            <a:r>
              <a:rPr sz="1200" dirty="0" err="1"/>
              <a:t>Ejecutar</a:t>
            </a:r>
            <a:endParaRPr sz="1200" dirty="0"/>
          </a:p>
          <a:p>
            <a:pPr marL="0" indent="0">
              <a:buNone/>
            </a:pPr>
            <a:r>
              <a:rPr sz="1200" dirty="0"/>
              <a:t>results = </a:t>
            </a:r>
            <a:r>
              <a:rPr sz="1200" dirty="0" err="1"/>
              <a:t>mapreduce</a:t>
            </a:r>
            <a:r>
              <a:rPr sz="1200" dirty="0"/>
              <a:t>(data, mapper, reducer)</a:t>
            </a:r>
          </a:p>
          <a:p>
            <a:pPr marL="0" indent="0">
              <a:buNone/>
            </a:pPr>
            <a:r>
              <a:rPr sz="1200" dirty="0" err="1"/>
              <a:t>print_results</a:t>
            </a:r>
            <a:r>
              <a:rPr sz="1200" dirty="0"/>
              <a:t>(results, '</a:t>
            </a:r>
            <a:r>
              <a:rPr sz="1200" dirty="0" err="1"/>
              <a:t>WordCount</a:t>
            </a:r>
            <a:r>
              <a:rPr sz="1200" dirty="0"/>
              <a:t>')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Temperatura promedio por ciudad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= [</a:t>
            </a:r>
          </a:p>
          <a:p>
            <a:r>
              <a:t>    {'city': 'Medellín', 'temp': 24},</a:t>
            </a:r>
          </a:p>
          <a:p>
            <a:r>
              <a:t>    {'city': 'Bogotá', 'temp': 14},</a:t>
            </a:r>
          </a:p>
          <a:p>
            <a:r>
              <a:t>    {'city': 'Medellín', 'temp': 26},</a:t>
            </a:r>
          </a:p>
          <a:p>
            <a:r>
              <a:t>    {'city': 'Bogotá', 'temp': 12},</a:t>
            </a:r>
          </a:p>
          <a:p>
            <a:r>
              <a:t>    {'city': 'Cali', 'temp': 30},</a:t>
            </a:r>
          </a:p>
          <a:p>
            <a:r>
              <a:t>]</a:t>
            </a:r>
          </a:p>
          <a:p>
            <a:endParaRPr/>
          </a:p>
          <a:p>
            <a:r>
              <a:t>def mapper(record):</a:t>
            </a:r>
          </a:p>
          <a:p>
            <a:r>
              <a:t>    yield (record['city'], record['temp'])</a:t>
            </a:r>
          </a:p>
          <a:p>
            <a:endParaRPr/>
          </a:p>
          <a:p>
            <a:r>
              <a:t>def reducer(key, values):</a:t>
            </a:r>
          </a:p>
          <a:p>
            <a:r>
              <a:t>    return sum(values) / len(values)</a:t>
            </a:r>
          </a:p>
          <a:p>
            <a:endParaRPr/>
          </a:p>
          <a:p>
            <a:r>
              <a:t># Resultado: Medellín→25.0, Bogotá→13.0, Cali→30.0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2: Procesamiento de Archivos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Hasta ahora: datos hardcoded en memoria</a:t>
            </a:r>
          </a:p>
          <a:p>
            <a:r>
              <a:t>Ahora: leer archivos reales del disco</a:t>
            </a:r>
          </a:p>
          <a:p>
            <a:endParaRPr/>
          </a:p>
          <a:p>
            <a:r>
              <a:t># Procesar UN archivo</a:t>
            </a:r>
          </a:p>
          <a:p>
            <a:r>
              <a:t>python3 wordcount_file.py datos/quijote.txt</a:t>
            </a:r>
          </a:p>
          <a:p>
            <a:endParaRPr/>
          </a:p>
          <a:p>
            <a:r>
              <a:t># Procesar MÚLTIPLES archivos (como si fueran bloques)</a:t>
            </a:r>
          </a:p>
          <a:p>
            <a:r>
              <a:t>python3 wordcount_multifile.py datos/libros/</a:t>
            </a:r>
          </a:p>
          <a:p>
            <a:endParaRPr/>
          </a:p>
          <a:p>
            <a:r>
              <a:t>Esto simula lo que hace Hadoop:</a:t>
            </a:r>
          </a:p>
          <a:p>
            <a:r>
              <a:t>  Cada archivo = un 'bloque' → un mapper por archivo</a:t>
            </a:r>
          </a:p>
          <a:p>
            <a:r>
              <a:t>  El framework agrupa (shuffle) y reduce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Lab: Procesamiento de Archivos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41148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🧪 Nivel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097280"/>
            <a:ext cx="1645920" cy="411480"/>
          </a:xfrm>
          <a:prstGeom prst="roundRect">
            <a:avLst/>
          </a:prstGeom>
          <a:solidFill>
            <a:srgbClr val="6B6B6B"/>
          </a:solidFill>
          <a:ln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⏱ 15-20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333F4F"/>
                </a:solidFill>
              </a:defRPr>
            </a:pPr>
            <a:r>
              <a:t>📂  modules/01-mapreduce/01-pure-python/02-file-processing/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Archivos: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wordcount_file.py  —  Procesar UN archivo de 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wordcount_multifile.py  —  Procesar MÚLTIPLES archivos (simula bloques)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Ejecutar: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10789920" cy="1143000"/>
          </a:xfrm>
          <a:prstGeom prst="roundRect">
            <a:avLst/>
          </a:prstGeom>
          <a:solidFill>
            <a:srgbClr val="333F4F"/>
          </a:solidFill>
          <a:ln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cd modules/01-mapreduce/01-pure-python/02-file-processing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python3 wordcount_file.py ../../../../datasets/mapreduce/sample_text.txt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python3 wordcount_multifile.py ../../../../datasets/mapreduce/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3: Simulación Distribuida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simulated_hdfs.py:</a:t>
            </a:r>
          </a:p>
          <a:p>
            <a:r>
              <a:t>  → Divide un archivo en bloques de N bytes</a:t>
            </a:r>
          </a:p>
          <a:p>
            <a:r>
              <a:t>  → Replica cada bloque en 3 'nodos' (carpetas)</a:t>
            </a:r>
          </a:p>
          <a:p>
            <a:endParaRPr/>
          </a:p>
          <a:p>
            <a:r>
              <a:t>parallel_mapreduce.py:</a:t>
            </a:r>
          </a:p>
          <a:p>
            <a:r>
              <a:t>  → Usa multiprocessing de Python</a:t>
            </a:r>
          </a:p>
          <a:p>
            <a:r>
              <a:t>  → N mappers procesan en paralelo (uno por bloque)</a:t>
            </a:r>
          </a:p>
          <a:p>
            <a:r>
              <a:t>  → M reducers agregan en paralelo (uno por partición de claves)</a:t>
            </a:r>
          </a:p>
          <a:p>
            <a:endParaRPr/>
          </a:p>
          <a:p>
            <a:r>
              <a:t>distributed_mapreduce.py:</a:t>
            </a:r>
          </a:p>
          <a:p>
            <a:r>
              <a:t>  → Combina HDFS + MapReduce paralelo</a:t>
            </a:r>
          </a:p>
          <a:p>
            <a:r>
              <a:t>  → Simula data locality: el mapper lee de su 'nodo local'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Lab: Simulación Distribuida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41148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🧪 Nivel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097280"/>
            <a:ext cx="1645920" cy="411480"/>
          </a:xfrm>
          <a:prstGeom prst="roundRect">
            <a:avLst/>
          </a:prstGeom>
          <a:solidFill>
            <a:srgbClr val="6B6B6B"/>
          </a:solidFill>
          <a:ln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⏱ 30-40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333F4F"/>
                </a:solidFill>
              </a:defRPr>
            </a:pPr>
            <a:r>
              <a:t>📂  modules/01-mapreduce/01-pure-python/03-distributed-simulation/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Archivos: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simulated_hdfs.py  —  Simula HDFS: divide en bloques, replica en nodos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parallel_mapreduce.py  —  MapReduce paralelo con multiprocessing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distributed_mapreduce.py  —  Sistema completo: HDFS + MapReduce paralelo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Ejecutar: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789920" cy="1463040"/>
          </a:xfrm>
          <a:prstGeom prst="roundRect">
            <a:avLst/>
          </a:prstGeom>
          <a:solidFill>
            <a:srgbClr val="333F4F"/>
          </a:solidFill>
          <a:ln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cd modules/01-mapreduce/01-pure-python/03-distributed-simulation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python3 simulated_hdfs.py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python3 parallel_mapreduce.py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python3 distributed_mapreduce.py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mrjob: De local a Hadoop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mrjob: biblioteca Python que produce código compatible con Hadoop</a:t>
            </a:r>
          </a:p>
          <a:p>
            <a:r>
              <a:t>Se ejecuta localmente (desarrollo) o en AWS EMR (producción)</a:t>
            </a:r>
          </a:p>
          <a:p>
            <a:endParaRPr/>
          </a:p>
          <a:p>
            <a:r>
              <a:t>from mrjob.job import MRJob</a:t>
            </a:r>
          </a:p>
          <a:p>
            <a:endParaRPr/>
          </a:p>
          <a:p>
            <a:r>
              <a:t>class WordCount(MRJob):</a:t>
            </a:r>
          </a:p>
          <a:p>
            <a:r>
              <a:t>    def mapper(self, key, line):</a:t>
            </a:r>
          </a:p>
          <a:p>
            <a:r>
              <a:t>        for word in line.split():</a:t>
            </a:r>
          </a:p>
          <a:p>
            <a:r>
              <a:t>            yield (word, 1)</a:t>
            </a:r>
          </a:p>
          <a:p>
            <a:endParaRPr/>
          </a:p>
          <a:p>
            <a:r>
              <a:t>    def reducer(self, word, counts):</a:t>
            </a:r>
          </a:p>
          <a:p>
            <a:r>
              <a:t>        yield (word, sum(counts))</a:t>
            </a:r>
          </a:p>
          <a:p>
            <a:endParaRPr/>
          </a:p>
          <a:p>
            <a:r>
              <a:t># Ejecución: python wordcount.py input.txt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Lab: mrjob — Código Hadoop-Compatible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411480"/>
          </a:xfrm>
          <a:prstGeom prst="round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🧪 mrjob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097280"/>
            <a:ext cx="1645920" cy="411480"/>
          </a:xfrm>
          <a:prstGeom prst="roundRect">
            <a:avLst/>
          </a:prstGeom>
          <a:solidFill>
            <a:srgbClr val="6B6B6B"/>
          </a:solidFill>
          <a:ln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⏱ 20-30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4712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333F4F"/>
                </a:solidFill>
              </a:defRPr>
            </a:pPr>
            <a:r>
              <a:t>📂  modules/01-mapreduce/02-mrjob/01-basics/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Archivos: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mr_word_count.py  —  WordCount como clase MRJob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mr_word_frequency.py  —  Frecuencia de palabras con filtro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mr_temperature.py  —  Temperatura promedio (JSON input)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51960"/>
            <a:ext cx="10789920" cy="411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333F4F"/>
                </a:solidFill>
              </a:defRPr>
            </a:pPr>
            <a:r>
              <a:t>  📄 temperatures.json  —  Dataset de temperaturas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F4F"/>
                </a:solidFill>
              </a:defRPr>
            </a:pPr>
            <a:r>
              <a:t>Ejecutar: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12080"/>
            <a:ext cx="10789920" cy="1463040"/>
          </a:xfrm>
          <a:prstGeom prst="roundRect">
            <a:avLst/>
          </a:prstGeom>
          <a:solidFill>
            <a:srgbClr val="333F4F"/>
          </a:solidFill>
          <a:ln>
            <a:solidFill>
              <a:srgbClr val="33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cd modules/01-mapreduce/02-mrjob/01-basics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pip install mrjob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python3 mr_word_count.py ../../../../datasets/mapreduce/sample_text.txt</a:t>
            </a:r>
          </a:p>
          <a:p>
            <a:pPr algn="l">
              <a:defRPr sz="900">
                <a:solidFill>
                  <a:srgbClr val="4CAF50"/>
                </a:solidFill>
                <a:latin typeface="Courier New"/>
              </a:defRPr>
            </a:pPr>
            <a:r>
              <a:t>$ python3 mr_temperature.py temperatures.json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Ejercicio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WordCount desde cero:</a:t>
            </a:r>
          </a:p>
          <a:p>
            <a:r>
              <a:t>   Implementar mapper + reducer para contar palabras en quijote.txt</a:t>
            </a:r>
          </a:p>
          <a:p>
            <a:endParaRPr/>
          </a:p>
          <a:p>
            <a:r>
              <a:t>2. Ventas por categoría:</a:t>
            </a:r>
          </a:p>
          <a:p>
            <a:r>
              <a:t>   Dado un CSV con (producto, categoría, precio),</a:t>
            </a:r>
          </a:p>
          <a:p>
            <a:r>
              <a:t>   calcular el total de ventas por categoría</a:t>
            </a:r>
          </a:p>
          <a:p>
            <a:endParaRPr/>
          </a:p>
          <a:p>
            <a:r>
              <a:t>3. Simulación HDFS:</a:t>
            </a:r>
          </a:p>
          <a:p>
            <a:r>
              <a:t>   Dividir un archivo de 1MB en bloques de 256 bytes,</a:t>
            </a:r>
          </a:p>
          <a:p>
            <a:r>
              <a:t>   replicar 3x, y verificar tolerancia a fallos</a:t>
            </a:r>
          </a:p>
          <a:p>
            <a:endParaRPr/>
          </a:p>
          <a:p>
            <a:r>
              <a:t>4. mrjob:</a:t>
            </a:r>
          </a:p>
          <a:p>
            <a:r>
              <a:t>   Reescribir WordCount como clase MRJob y ejecutar localmente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3DC2FCB227EA42B7B265435BD19DFC" ma:contentTypeVersion="21" ma:contentTypeDescription="Create a new document." ma:contentTypeScope="" ma:versionID="cb32a70cc5ea0fb74e920c17bfb67e81">
  <xsd:schema xmlns:xsd="http://www.w3.org/2001/XMLSchema" xmlns:xs="http://www.w3.org/2001/XMLSchema" xmlns:p="http://schemas.microsoft.com/office/2006/metadata/properties" xmlns:ns1="http://schemas.microsoft.com/sharepoint/v3" xmlns:ns3="0e0238ec-92e3-425a-acca-874cf401e5b6" xmlns:ns4="645ae1ed-e6b3-44e5-a4c8-a24e7bdc788d" targetNamespace="http://schemas.microsoft.com/office/2006/metadata/properties" ma:root="true" ma:fieldsID="54103e6dfc2d7663b215d6e0a564d535" ns1:_="" ns3:_="" ns4:_="">
    <xsd:import namespace="http://schemas.microsoft.com/sharepoint/v3"/>
    <xsd:import namespace="0e0238ec-92e3-425a-acca-874cf401e5b6"/>
    <xsd:import namespace="645ae1ed-e6b3-44e5-a4c8-a24e7bdc788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1:IMAddres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ddress" ma:index="9" nillable="true" ma:displayName="IM Address" ma:internalName="IMAddress">
      <xsd:simpleType>
        <xsd:restriction base="dms:Text"/>
      </xsd:simpleType>
    </xsd:element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238ec-92e3-425a-acca-874cf401e5b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ae1ed-e6b3-44e5-a4c8-a24e7bdc78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6" nillable="true" ma:displayName="_activity" ma:hidden="true" ma:internalName="_activity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8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5ae1ed-e6b3-44e5-a4c8-a24e7bdc788d" xsi:nil="true"/>
    <_ip_UnifiedCompliancePolicyUIAction xmlns="http://schemas.microsoft.com/sharepoint/v3" xsi:nil="true"/>
    <IMAddress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087687E-FD40-4BD4-8C90-A39D8D799A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B5CB8F-C866-413E-AEA2-08ACD39D63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0238ec-92e3-425a-acca-874cf401e5b6"/>
    <ds:schemaRef ds:uri="645ae1ed-e6b3-44e5-a4c8-a24e7bdc7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409CEB-91C5-4691-B8BA-9DA32C54959C}">
  <ds:schemaRefs>
    <ds:schemaRef ds:uri="http://purl.org/dc/elements/1.1/"/>
    <ds:schemaRef ds:uri="0e0238ec-92e3-425a-acca-874cf401e5b6"/>
    <ds:schemaRef ds:uri="645ae1ed-e6b3-44e5-a4c8-a24e7bdc788d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29014</TotalTime>
  <Words>4411</Words>
  <Application>Microsoft Macintosh PowerPoint</Application>
  <PresentationFormat>Widescreen</PresentationFormat>
  <Paragraphs>617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Avenir Next</vt:lpstr>
      <vt:lpstr>Avenir Next Medium</vt:lpstr>
      <vt:lpstr>Calibri</vt:lpstr>
      <vt:lpstr>Calibri Light</vt:lpstr>
      <vt:lpstr>Helvetica Neue Medium</vt:lpstr>
      <vt:lpstr>Tema de Office</vt:lpstr>
      <vt:lpstr>MapReduce Camilo Soto</vt:lpstr>
      <vt:lpstr>Agenda</vt:lpstr>
      <vt:lpstr>El problema: Big Data</vt:lpstr>
      <vt:lpstr>Analogía: Inventario del Supermercado</vt:lpstr>
      <vt:lpstr>El Modelo MapReduce</vt:lpstr>
      <vt:lpstr>Visualicemos el flujo con un ejemplo</vt:lpstr>
      <vt:lpstr>Ejemplo: WordCount paso a paso</vt:lpstr>
      <vt:lpstr>Ejemplo: Total de ventas por ciudad</vt:lpstr>
      <vt:lpstr>Python: yield vs return (¿por qué lo usamos?)</vt:lpstr>
      <vt:lpstr>Fase MAP en detalle</vt:lpstr>
      <vt:lpstr>Fase REDUCE en detalle</vt:lpstr>
      <vt:lpstr>Mapper vs Reducer</vt:lpstr>
      <vt:lpstr>Patrones comunes en MapReduce</vt:lpstr>
      <vt:lpstr>🧪 Lab: MapReduce Básico</vt:lpstr>
      <vt:lpstr>HDFS</vt:lpstr>
      <vt:lpstr>¿Qué es HDFS?</vt:lpstr>
      <vt:lpstr>Arquitectura de HDFS</vt:lpstr>
      <vt:lpstr>Arquitectura HDFS — Diagrama</vt:lpstr>
      <vt:lpstr>HDFS: Bloques y Replicación</vt:lpstr>
      <vt:lpstr>HDFS: Data Locality — ¿Por qué importa?</vt:lpstr>
      <vt:lpstr>HDFS + MapReduce = El ecosistema completo</vt:lpstr>
      <vt:lpstr>Shuffle: El cartero de MapReduce</vt:lpstr>
      <vt:lpstr>Shuffle: Cada reducer recoge SU partición</vt:lpstr>
      <vt:lpstr>El costo del Shuffle (la fase más cara)</vt:lpstr>
      <vt:lpstr>El viaje de los datos: disco → red → disco → red → disco</vt:lpstr>
      <vt:lpstr>¿Por qué tanto disco? → Tolerancia a fallos</vt:lpstr>
      <vt:lpstr>Limitaciones de MapReduce</vt:lpstr>
      <vt:lpstr>El Ecosistema Hadoop</vt:lpstr>
      <vt:lpstr>¿Qué es Hadoop?</vt:lpstr>
      <vt:lpstr>Hadoop: Línea del tiempo</vt:lpstr>
      <vt:lpstr>YARN: El cerebro del cluster</vt:lpstr>
      <vt:lpstr>El Ecosistema Hadoop — Capas</vt:lpstr>
      <vt:lpstr>¿Hadoop sigue vigente hoy?</vt:lpstr>
      <vt:lpstr>Resumen: ¿Cómo encaja todo?</vt:lpstr>
      <vt:lpstr>Implementación en Python</vt:lpstr>
      <vt:lpstr>Nuestro Framework MapReduce (Python puro)</vt:lpstr>
      <vt:lpstr>Ejemplo: Temperatura promedio por ciudad</vt:lpstr>
      <vt:lpstr>Nivel 2: Procesamiento de Archivos</vt:lpstr>
      <vt:lpstr>🧪 Lab: Procesamiento de Archivos</vt:lpstr>
      <vt:lpstr>Nivel 3: Simulación Distribuida</vt:lpstr>
      <vt:lpstr>🧪 Lab: Simulación Distribuida</vt:lpstr>
      <vt:lpstr>mrjob: De local a Hadoop</vt:lpstr>
      <vt:lpstr>🧪 Lab: mrjob — Código Hadoop-Compatible</vt:lpstr>
      <vt:lpstr>Ejercicio Práctico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Eduardo Santos Gutiérre</dc:creator>
  <cp:lastModifiedBy>Camilo Andres Soto Montoya</cp:lastModifiedBy>
  <cp:revision>1100</cp:revision>
  <dcterms:created xsi:type="dcterms:W3CDTF">2022-05-24T20:47:27Z</dcterms:created>
  <dcterms:modified xsi:type="dcterms:W3CDTF">2026-05-09T13:16:45Z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0x010100653DC2FCB227EA42B7B265435BD19DFC</vt:lpwstr>
  </property>
</Properties>
</file>